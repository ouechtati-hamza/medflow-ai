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1430000" cy="9906000"/>
  <p:notesSz cx="6858000" cy="9144000"/>
  <p:embeddedFontLst>
    <p:embeddedFont>
      <p:font typeface="Arimo" panose="020B0604020202020204" charset="0"/>
      <p:regular r:id="rId13"/>
    </p:embeddedFont>
    <p:embeddedFont>
      <p:font typeface="Lora" pitchFamily="2" charset="0"/>
      <p:regular r:id="rId14"/>
    </p:embeddedFont>
    <p:embeddedFont>
      <p:font typeface="Source Sans 3" panose="020B0604020202020204" charset="0"/>
      <p:regular r:id="rId15"/>
    </p:embeddedFont>
    <p:embeddedFont>
      <p:font typeface="Source Sans 3 Bold" panose="020B0604020202020204" charset="0"/>
      <p:regular r:id="rId16"/>
    </p:embeddedFont>
    <p:embeddedFont>
      <p:font typeface="Source Sans 3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1099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2.svg"/><Relationship Id="rId21" Type="http://schemas.openxmlformats.org/officeDocument/2006/relationships/image" Target="../media/image36.svg"/><Relationship Id="rId42" Type="http://schemas.openxmlformats.org/officeDocument/2006/relationships/image" Target="../media/image57.svg"/><Relationship Id="rId63" Type="http://schemas.openxmlformats.org/officeDocument/2006/relationships/image" Target="../media/image78.svg"/><Relationship Id="rId84" Type="http://schemas.openxmlformats.org/officeDocument/2006/relationships/image" Target="../media/image99.svg"/><Relationship Id="rId16" Type="http://schemas.openxmlformats.org/officeDocument/2006/relationships/image" Target="../media/image31.svg"/><Relationship Id="rId107" Type="http://schemas.openxmlformats.org/officeDocument/2006/relationships/image" Target="../media/image122.svg"/><Relationship Id="rId11" Type="http://schemas.openxmlformats.org/officeDocument/2006/relationships/image" Target="../media/image26.svg"/><Relationship Id="rId32" Type="http://schemas.openxmlformats.org/officeDocument/2006/relationships/image" Target="../media/image47.svg"/><Relationship Id="rId37" Type="http://schemas.openxmlformats.org/officeDocument/2006/relationships/image" Target="../media/image52.svg"/><Relationship Id="rId53" Type="http://schemas.openxmlformats.org/officeDocument/2006/relationships/image" Target="../media/image68.svg"/><Relationship Id="rId58" Type="http://schemas.openxmlformats.org/officeDocument/2006/relationships/image" Target="../media/image73.svg"/><Relationship Id="rId74" Type="http://schemas.openxmlformats.org/officeDocument/2006/relationships/image" Target="../media/image89.svg"/><Relationship Id="rId79" Type="http://schemas.openxmlformats.org/officeDocument/2006/relationships/image" Target="../media/image94.svg"/><Relationship Id="rId102" Type="http://schemas.openxmlformats.org/officeDocument/2006/relationships/image" Target="../media/image117.svg"/><Relationship Id="rId123" Type="http://schemas.openxmlformats.org/officeDocument/2006/relationships/image" Target="../media/image138.svg"/><Relationship Id="rId128" Type="http://schemas.openxmlformats.org/officeDocument/2006/relationships/image" Target="../media/image143.svg"/><Relationship Id="rId5" Type="http://schemas.openxmlformats.org/officeDocument/2006/relationships/image" Target="../media/image20.svg"/><Relationship Id="rId90" Type="http://schemas.openxmlformats.org/officeDocument/2006/relationships/image" Target="../media/image105.svg"/><Relationship Id="rId95" Type="http://schemas.openxmlformats.org/officeDocument/2006/relationships/image" Target="../media/image110.svg"/><Relationship Id="rId22" Type="http://schemas.openxmlformats.org/officeDocument/2006/relationships/image" Target="../media/image37.svg"/><Relationship Id="rId27" Type="http://schemas.openxmlformats.org/officeDocument/2006/relationships/image" Target="../media/image42.svg"/><Relationship Id="rId43" Type="http://schemas.openxmlformats.org/officeDocument/2006/relationships/image" Target="../media/image58.svg"/><Relationship Id="rId48" Type="http://schemas.openxmlformats.org/officeDocument/2006/relationships/image" Target="../media/image63.svg"/><Relationship Id="rId64" Type="http://schemas.openxmlformats.org/officeDocument/2006/relationships/image" Target="../media/image79.svg"/><Relationship Id="rId69" Type="http://schemas.openxmlformats.org/officeDocument/2006/relationships/image" Target="../media/image84.svg"/><Relationship Id="rId113" Type="http://schemas.openxmlformats.org/officeDocument/2006/relationships/image" Target="../media/image128.svg"/><Relationship Id="rId118" Type="http://schemas.openxmlformats.org/officeDocument/2006/relationships/image" Target="../media/image133.svg"/><Relationship Id="rId134" Type="http://schemas.openxmlformats.org/officeDocument/2006/relationships/image" Target="../media/image149.svg"/><Relationship Id="rId80" Type="http://schemas.openxmlformats.org/officeDocument/2006/relationships/image" Target="../media/image95.svg"/><Relationship Id="rId85" Type="http://schemas.openxmlformats.org/officeDocument/2006/relationships/image" Target="../media/image100.svg"/><Relationship Id="rId12" Type="http://schemas.openxmlformats.org/officeDocument/2006/relationships/image" Target="../media/image27.svg"/><Relationship Id="rId17" Type="http://schemas.openxmlformats.org/officeDocument/2006/relationships/image" Target="../media/image32.svg"/><Relationship Id="rId33" Type="http://schemas.openxmlformats.org/officeDocument/2006/relationships/image" Target="../media/image48.png"/><Relationship Id="rId38" Type="http://schemas.openxmlformats.org/officeDocument/2006/relationships/image" Target="../media/image53.svg"/><Relationship Id="rId59" Type="http://schemas.openxmlformats.org/officeDocument/2006/relationships/image" Target="../media/image74.svg"/><Relationship Id="rId103" Type="http://schemas.openxmlformats.org/officeDocument/2006/relationships/image" Target="../media/image118.svg"/><Relationship Id="rId108" Type="http://schemas.openxmlformats.org/officeDocument/2006/relationships/image" Target="../media/image123.svg"/><Relationship Id="rId124" Type="http://schemas.openxmlformats.org/officeDocument/2006/relationships/image" Target="../media/image139.svg"/><Relationship Id="rId129" Type="http://schemas.openxmlformats.org/officeDocument/2006/relationships/image" Target="../media/image144.svg"/><Relationship Id="rId54" Type="http://schemas.openxmlformats.org/officeDocument/2006/relationships/image" Target="../media/image69.svg"/><Relationship Id="rId70" Type="http://schemas.openxmlformats.org/officeDocument/2006/relationships/image" Target="../media/image85.svg"/><Relationship Id="rId75" Type="http://schemas.openxmlformats.org/officeDocument/2006/relationships/image" Target="../media/image90.svg"/><Relationship Id="rId91" Type="http://schemas.openxmlformats.org/officeDocument/2006/relationships/image" Target="../media/image106.svg"/><Relationship Id="rId96" Type="http://schemas.openxmlformats.org/officeDocument/2006/relationships/image" Target="../media/image1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23" Type="http://schemas.openxmlformats.org/officeDocument/2006/relationships/image" Target="../media/image38.svg"/><Relationship Id="rId28" Type="http://schemas.openxmlformats.org/officeDocument/2006/relationships/image" Target="../media/image43.svg"/><Relationship Id="rId49" Type="http://schemas.openxmlformats.org/officeDocument/2006/relationships/image" Target="../media/image64.svg"/><Relationship Id="rId114" Type="http://schemas.openxmlformats.org/officeDocument/2006/relationships/image" Target="../media/image129.svg"/><Relationship Id="rId119" Type="http://schemas.openxmlformats.org/officeDocument/2006/relationships/image" Target="../media/image134.svg"/><Relationship Id="rId44" Type="http://schemas.openxmlformats.org/officeDocument/2006/relationships/image" Target="../media/image59.svg"/><Relationship Id="rId60" Type="http://schemas.openxmlformats.org/officeDocument/2006/relationships/image" Target="../media/image75.svg"/><Relationship Id="rId65" Type="http://schemas.openxmlformats.org/officeDocument/2006/relationships/image" Target="../media/image80.svg"/><Relationship Id="rId81" Type="http://schemas.openxmlformats.org/officeDocument/2006/relationships/image" Target="../media/image96.svg"/><Relationship Id="rId86" Type="http://schemas.openxmlformats.org/officeDocument/2006/relationships/image" Target="../media/image101.svg"/><Relationship Id="rId130" Type="http://schemas.openxmlformats.org/officeDocument/2006/relationships/image" Target="../media/image145.svg"/><Relationship Id="rId135" Type="http://schemas.openxmlformats.org/officeDocument/2006/relationships/image" Target="../media/image150.svg"/><Relationship Id="rId13" Type="http://schemas.openxmlformats.org/officeDocument/2006/relationships/image" Target="../media/image28.svg"/><Relationship Id="rId18" Type="http://schemas.openxmlformats.org/officeDocument/2006/relationships/image" Target="../media/image33.svg"/><Relationship Id="rId39" Type="http://schemas.openxmlformats.org/officeDocument/2006/relationships/image" Target="../media/image54.svg"/><Relationship Id="rId109" Type="http://schemas.openxmlformats.org/officeDocument/2006/relationships/image" Target="../media/image124.svg"/><Relationship Id="rId34" Type="http://schemas.openxmlformats.org/officeDocument/2006/relationships/image" Target="../media/image49.svg"/><Relationship Id="rId50" Type="http://schemas.openxmlformats.org/officeDocument/2006/relationships/image" Target="../media/image65.svg"/><Relationship Id="rId55" Type="http://schemas.openxmlformats.org/officeDocument/2006/relationships/image" Target="../media/image70.svg"/><Relationship Id="rId76" Type="http://schemas.openxmlformats.org/officeDocument/2006/relationships/image" Target="../media/image91.svg"/><Relationship Id="rId97" Type="http://schemas.openxmlformats.org/officeDocument/2006/relationships/image" Target="../media/image112.svg"/><Relationship Id="rId104" Type="http://schemas.openxmlformats.org/officeDocument/2006/relationships/image" Target="../media/image119.png"/><Relationship Id="rId120" Type="http://schemas.openxmlformats.org/officeDocument/2006/relationships/image" Target="../media/image135.svg"/><Relationship Id="rId125" Type="http://schemas.openxmlformats.org/officeDocument/2006/relationships/image" Target="../media/image140.svg"/><Relationship Id="rId7" Type="http://schemas.openxmlformats.org/officeDocument/2006/relationships/image" Target="../media/image22.svg"/><Relationship Id="rId71" Type="http://schemas.openxmlformats.org/officeDocument/2006/relationships/image" Target="../media/image86.svg"/><Relationship Id="rId92" Type="http://schemas.openxmlformats.org/officeDocument/2006/relationships/image" Target="../media/image107.svg"/><Relationship Id="rId2" Type="http://schemas.openxmlformats.org/officeDocument/2006/relationships/image" Target="../media/image17.svg"/><Relationship Id="rId29" Type="http://schemas.openxmlformats.org/officeDocument/2006/relationships/image" Target="../media/image44.svg"/><Relationship Id="rId24" Type="http://schemas.openxmlformats.org/officeDocument/2006/relationships/image" Target="../media/image39.svg"/><Relationship Id="rId40" Type="http://schemas.openxmlformats.org/officeDocument/2006/relationships/image" Target="../media/image55.svg"/><Relationship Id="rId45" Type="http://schemas.openxmlformats.org/officeDocument/2006/relationships/image" Target="../media/image60.svg"/><Relationship Id="rId66" Type="http://schemas.openxmlformats.org/officeDocument/2006/relationships/image" Target="../media/image81.svg"/><Relationship Id="rId87" Type="http://schemas.openxmlformats.org/officeDocument/2006/relationships/image" Target="../media/image102.svg"/><Relationship Id="rId110" Type="http://schemas.openxmlformats.org/officeDocument/2006/relationships/image" Target="../media/image125.svg"/><Relationship Id="rId115" Type="http://schemas.openxmlformats.org/officeDocument/2006/relationships/image" Target="../media/image130.png"/><Relationship Id="rId131" Type="http://schemas.openxmlformats.org/officeDocument/2006/relationships/image" Target="../media/image146.svg"/><Relationship Id="rId136" Type="http://schemas.openxmlformats.org/officeDocument/2006/relationships/image" Target="../media/image151.svg"/><Relationship Id="rId61" Type="http://schemas.openxmlformats.org/officeDocument/2006/relationships/image" Target="../media/image76.svg"/><Relationship Id="rId82" Type="http://schemas.openxmlformats.org/officeDocument/2006/relationships/image" Target="../media/image97.svg"/><Relationship Id="rId19" Type="http://schemas.openxmlformats.org/officeDocument/2006/relationships/image" Target="../media/image34.svg"/><Relationship Id="rId14" Type="http://schemas.openxmlformats.org/officeDocument/2006/relationships/image" Target="../media/image29.svg"/><Relationship Id="rId30" Type="http://schemas.openxmlformats.org/officeDocument/2006/relationships/image" Target="../media/image45.svg"/><Relationship Id="rId35" Type="http://schemas.openxmlformats.org/officeDocument/2006/relationships/image" Target="../media/image50.svg"/><Relationship Id="rId56" Type="http://schemas.openxmlformats.org/officeDocument/2006/relationships/image" Target="../media/image71.svg"/><Relationship Id="rId77" Type="http://schemas.openxmlformats.org/officeDocument/2006/relationships/image" Target="../media/image92.svg"/><Relationship Id="rId100" Type="http://schemas.openxmlformats.org/officeDocument/2006/relationships/image" Target="../media/image115.svg"/><Relationship Id="rId105" Type="http://schemas.openxmlformats.org/officeDocument/2006/relationships/image" Target="../media/image120.svg"/><Relationship Id="rId126" Type="http://schemas.openxmlformats.org/officeDocument/2006/relationships/image" Target="../media/image141.svg"/><Relationship Id="rId8" Type="http://schemas.openxmlformats.org/officeDocument/2006/relationships/image" Target="../media/image23.svg"/><Relationship Id="rId51" Type="http://schemas.openxmlformats.org/officeDocument/2006/relationships/image" Target="../media/image66.svg"/><Relationship Id="rId72" Type="http://schemas.openxmlformats.org/officeDocument/2006/relationships/image" Target="../media/image87.svg"/><Relationship Id="rId93" Type="http://schemas.openxmlformats.org/officeDocument/2006/relationships/image" Target="../media/image108.svg"/><Relationship Id="rId98" Type="http://schemas.openxmlformats.org/officeDocument/2006/relationships/image" Target="../media/image113.svg"/><Relationship Id="rId121" Type="http://schemas.openxmlformats.org/officeDocument/2006/relationships/image" Target="../media/image136.svg"/><Relationship Id="rId3" Type="http://schemas.openxmlformats.org/officeDocument/2006/relationships/image" Target="../media/image18.svg"/><Relationship Id="rId25" Type="http://schemas.openxmlformats.org/officeDocument/2006/relationships/image" Target="../media/image40.svg"/><Relationship Id="rId46" Type="http://schemas.openxmlformats.org/officeDocument/2006/relationships/image" Target="../media/image61.svg"/><Relationship Id="rId67" Type="http://schemas.openxmlformats.org/officeDocument/2006/relationships/image" Target="../media/image82.svg"/><Relationship Id="rId116" Type="http://schemas.openxmlformats.org/officeDocument/2006/relationships/image" Target="../media/image131.svg"/><Relationship Id="rId137" Type="http://schemas.openxmlformats.org/officeDocument/2006/relationships/image" Target="../media/image152.svg"/><Relationship Id="rId20" Type="http://schemas.openxmlformats.org/officeDocument/2006/relationships/image" Target="../media/image35.svg"/><Relationship Id="rId41" Type="http://schemas.openxmlformats.org/officeDocument/2006/relationships/image" Target="../media/image56.svg"/><Relationship Id="rId62" Type="http://schemas.openxmlformats.org/officeDocument/2006/relationships/image" Target="../media/image77.svg"/><Relationship Id="rId83" Type="http://schemas.openxmlformats.org/officeDocument/2006/relationships/image" Target="../media/image98.svg"/><Relationship Id="rId88" Type="http://schemas.openxmlformats.org/officeDocument/2006/relationships/image" Target="../media/image103.svg"/><Relationship Id="rId111" Type="http://schemas.openxmlformats.org/officeDocument/2006/relationships/image" Target="../media/image126.svg"/><Relationship Id="rId132" Type="http://schemas.openxmlformats.org/officeDocument/2006/relationships/image" Target="../media/image147.svg"/><Relationship Id="rId15" Type="http://schemas.openxmlformats.org/officeDocument/2006/relationships/image" Target="../media/image30.svg"/><Relationship Id="rId36" Type="http://schemas.openxmlformats.org/officeDocument/2006/relationships/image" Target="../media/image51.svg"/><Relationship Id="rId57" Type="http://schemas.openxmlformats.org/officeDocument/2006/relationships/image" Target="../media/image72.svg"/><Relationship Id="rId106" Type="http://schemas.openxmlformats.org/officeDocument/2006/relationships/image" Target="../media/image121.svg"/><Relationship Id="rId127" Type="http://schemas.openxmlformats.org/officeDocument/2006/relationships/image" Target="../media/image142.png"/><Relationship Id="rId10" Type="http://schemas.openxmlformats.org/officeDocument/2006/relationships/image" Target="../media/image25.svg"/><Relationship Id="rId31" Type="http://schemas.openxmlformats.org/officeDocument/2006/relationships/image" Target="../media/image46.svg"/><Relationship Id="rId52" Type="http://schemas.openxmlformats.org/officeDocument/2006/relationships/image" Target="../media/image67.svg"/><Relationship Id="rId73" Type="http://schemas.openxmlformats.org/officeDocument/2006/relationships/image" Target="../media/image88.svg"/><Relationship Id="rId78" Type="http://schemas.openxmlformats.org/officeDocument/2006/relationships/image" Target="../media/image93.svg"/><Relationship Id="rId94" Type="http://schemas.openxmlformats.org/officeDocument/2006/relationships/image" Target="../media/image109.svg"/><Relationship Id="rId99" Type="http://schemas.openxmlformats.org/officeDocument/2006/relationships/image" Target="../media/image114.svg"/><Relationship Id="rId101" Type="http://schemas.openxmlformats.org/officeDocument/2006/relationships/image" Target="../media/image116.svg"/><Relationship Id="rId122" Type="http://schemas.openxmlformats.org/officeDocument/2006/relationships/image" Target="../media/image137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Relationship Id="rId26" Type="http://schemas.openxmlformats.org/officeDocument/2006/relationships/image" Target="../media/image41.svg"/><Relationship Id="rId47" Type="http://schemas.openxmlformats.org/officeDocument/2006/relationships/image" Target="../media/image62.svg"/><Relationship Id="rId68" Type="http://schemas.openxmlformats.org/officeDocument/2006/relationships/image" Target="../media/image83.svg"/><Relationship Id="rId89" Type="http://schemas.openxmlformats.org/officeDocument/2006/relationships/image" Target="../media/image104.svg"/><Relationship Id="rId112" Type="http://schemas.openxmlformats.org/officeDocument/2006/relationships/image" Target="../media/image127.svg"/><Relationship Id="rId133" Type="http://schemas.openxmlformats.org/officeDocument/2006/relationships/image" Target="../media/image14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svg"/><Relationship Id="rId2" Type="http://schemas.openxmlformats.org/officeDocument/2006/relationships/image" Target="../media/image155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svg"/><Relationship Id="rId2" Type="http://schemas.openxmlformats.org/officeDocument/2006/relationships/image" Target="../media/image15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.svg"/><Relationship Id="rId5" Type="http://schemas.openxmlformats.org/officeDocument/2006/relationships/image" Target="../media/image160.svg"/><Relationship Id="rId4" Type="http://schemas.openxmlformats.org/officeDocument/2006/relationships/image" Target="../media/image159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svg"/><Relationship Id="rId13" Type="http://schemas.openxmlformats.org/officeDocument/2006/relationships/image" Target="../media/image173.svg"/><Relationship Id="rId3" Type="http://schemas.openxmlformats.org/officeDocument/2006/relationships/image" Target="../media/image163.svg"/><Relationship Id="rId7" Type="http://schemas.openxmlformats.org/officeDocument/2006/relationships/image" Target="../media/image167.svg"/><Relationship Id="rId12" Type="http://schemas.openxmlformats.org/officeDocument/2006/relationships/image" Target="../media/image172.svg"/><Relationship Id="rId2" Type="http://schemas.openxmlformats.org/officeDocument/2006/relationships/image" Target="../media/image16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6.svg"/><Relationship Id="rId11" Type="http://schemas.openxmlformats.org/officeDocument/2006/relationships/image" Target="../media/image171.svg"/><Relationship Id="rId5" Type="http://schemas.openxmlformats.org/officeDocument/2006/relationships/image" Target="../media/image165.svg"/><Relationship Id="rId10" Type="http://schemas.openxmlformats.org/officeDocument/2006/relationships/image" Target="../media/image170.png"/><Relationship Id="rId4" Type="http://schemas.openxmlformats.org/officeDocument/2006/relationships/image" Target="../media/image164.svg"/><Relationship Id="rId9" Type="http://schemas.openxmlformats.org/officeDocument/2006/relationships/image" Target="../media/image169.svg"/><Relationship Id="rId14" Type="http://schemas.openxmlformats.org/officeDocument/2006/relationships/image" Target="../media/image1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3875" y="4952848"/>
            <a:ext cx="5114925" cy="1343025"/>
            <a:chOff x="0" y="0"/>
            <a:chExt cx="5114925" cy="13430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4925" cy="1343025"/>
            </a:xfrm>
            <a:custGeom>
              <a:avLst/>
              <a:gdLst/>
              <a:ahLst/>
              <a:cxnLst/>
              <a:rect l="l" t="t" r="r" b="b"/>
              <a:pathLst>
                <a:path w="5114925" h="1343025">
                  <a:moveTo>
                    <a:pt x="0" y="1323086"/>
                  </a:moveTo>
                  <a:lnTo>
                    <a:pt x="0" y="19939"/>
                  </a:lnTo>
                  <a:cubicBezTo>
                    <a:pt x="0" y="17272"/>
                    <a:pt x="508" y="14732"/>
                    <a:pt x="1524" y="12319"/>
                  </a:cubicBezTo>
                  <a:cubicBezTo>
                    <a:pt x="2540" y="9906"/>
                    <a:pt x="3937" y="7747"/>
                    <a:pt x="5842" y="5842"/>
                  </a:cubicBezTo>
                  <a:cubicBezTo>
                    <a:pt x="7747" y="3937"/>
                    <a:pt x="9906" y="2540"/>
                    <a:pt x="12319" y="1524"/>
                  </a:cubicBezTo>
                  <a:cubicBezTo>
                    <a:pt x="14732" y="508"/>
                    <a:pt x="17272" y="0"/>
                    <a:pt x="19939" y="0"/>
                  </a:cubicBezTo>
                  <a:lnTo>
                    <a:pt x="5094986" y="0"/>
                  </a:lnTo>
                  <a:cubicBezTo>
                    <a:pt x="5097653" y="0"/>
                    <a:pt x="5100193" y="508"/>
                    <a:pt x="5102606" y="1524"/>
                  </a:cubicBezTo>
                  <a:cubicBezTo>
                    <a:pt x="5105019" y="2540"/>
                    <a:pt x="5107178" y="3937"/>
                    <a:pt x="5109083" y="5842"/>
                  </a:cubicBezTo>
                  <a:cubicBezTo>
                    <a:pt x="5110988" y="7747"/>
                    <a:pt x="5112385" y="9906"/>
                    <a:pt x="5113401" y="12319"/>
                  </a:cubicBezTo>
                  <a:cubicBezTo>
                    <a:pt x="5114417" y="14732"/>
                    <a:pt x="5114925" y="17272"/>
                    <a:pt x="5114925" y="19939"/>
                  </a:cubicBezTo>
                  <a:lnTo>
                    <a:pt x="5114925" y="1323086"/>
                  </a:lnTo>
                  <a:cubicBezTo>
                    <a:pt x="5114925" y="1325753"/>
                    <a:pt x="5114417" y="1328293"/>
                    <a:pt x="5113401" y="1330706"/>
                  </a:cubicBezTo>
                  <a:cubicBezTo>
                    <a:pt x="5112385" y="1333119"/>
                    <a:pt x="5110988" y="1335278"/>
                    <a:pt x="5109083" y="1337183"/>
                  </a:cubicBezTo>
                  <a:cubicBezTo>
                    <a:pt x="5107178" y="1339088"/>
                    <a:pt x="5105019" y="1340485"/>
                    <a:pt x="5102606" y="1341501"/>
                  </a:cubicBezTo>
                  <a:cubicBezTo>
                    <a:pt x="5100193" y="1342517"/>
                    <a:pt x="5097653" y="1343025"/>
                    <a:pt x="5094986" y="1343025"/>
                  </a:cubicBezTo>
                  <a:lnTo>
                    <a:pt x="19939" y="1343025"/>
                  </a:lnTo>
                  <a:cubicBezTo>
                    <a:pt x="17272" y="1343025"/>
                    <a:pt x="14732" y="1342517"/>
                    <a:pt x="12319" y="1341501"/>
                  </a:cubicBezTo>
                  <a:cubicBezTo>
                    <a:pt x="9906" y="1340485"/>
                    <a:pt x="7747" y="1339088"/>
                    <a:pt x="5842" y="1337183"/>
                  </a:cubicBezTo>
                  <a:cubicBezTo>
                    <a:pt x="3937" y="1335278"/>
                    <a:pt x="2540" y="1333119"/>
                    <a:pt x="1524" y="1330706"/>
                  </a:cubicBezTo>
                  <a:cubicBezTo>
                    <a:pt x="508" y="1328293"/>
                    <a:pt x="0" y="1325753"/>
                    <a:pt x="0" y="1323086"/>
                  </a:cubicBezTo>
                  <a:close/>
                </a:path>
              </a:pathLst>
            </a:custGeom>
            <a:solidFill>
              <a:srgbClr val="F98AC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38175" y="4714723"/>
            <a:ext cx="10153650" cy="19050"/>
            <a:chOff x="0" y="0"/>
            <a:chExt cx="1015365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153650" cy="19050"/>
            </a:xfrm>
            <a:custGeom>
              <a:avLst/>
              <a:gdLst/>
              <a:ahLst/>
              <a:cxnLst/>
              <a:rect l="l" t="t" r="r" b="b"/>
              <a:pathLst>
                <a:path w="10153650" h="190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10144125" y="0"/>
                  </a:lnTo>
                  <a:cubicBezTo>
                    <a:pt x="10146792" y="0"/>
                    <a:pt x="10148951" y="889"/>
                    <a:pt x="10150856" y="2794"/>
                  </a:cubicBezTo>
                  <a:cubicBezTo>
                    <a:pt x="10152761" y="4699"/>
                    <a:pt x="10153650" y="6858"/>
                    <a:pt x="10153650" y="9525"/>
                  </a:cubicBezTo>
                  <a:cubicBezTo>
                    <a:pt x="10153650" y="12192"/>
                    <a:pt x="10152761" y="14351"/>
                    <a:pt x="10150856" y="16256"/>
                  </a:cubicBezTo>
                  <a:cubicBezTo>
                    <a:pt x="10148951" y="18161"/>
                    <a:pt x="10146792" y="19050"/>
                    <a:pt x="101441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D6E5EF">
                <a:alpha val="25098"/>
              </a:srgbClr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74672" y="6413344"/>
            <a:ext cx="146047" cy="993772"/>
          </a:xfrm>
          <a:custGeom>
            <a:avLst/>
            <a:gdLst/>
            <a:ahLst/>
            <a:cxnLst/>
            <a:rect l="l" t="t" r="r" b="b"/>
            <a:pathLst>
              <a:path w="146047" h="993772">
                <a:moveTo>
                  <a:pt x="0" y="0"/>
                </a:moveTo>
                <a:lnTo>
                  <a:pt x="146047" y="0"/>
                </a:lnTo>
                <a:lnTo>
                  <a:pt x="146047" y="993772"/>
                </a:lnTo>
                <a:lnTo>
                  <a:pt x="0" y="9937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302471" y="2766451"/>
            <a:ext cx="2881408" cy="91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6"/>
              </a:lnSpc>
            </a:pPr>
            <a:r>
              <a:rPr lang="en-US" sz="2952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TEAM TOP50</a:t>
            </a:r>
          </a:p>
          <a:p>
            <a:pPr algn="ctr">
              <a:lnSpc>
                <a:spcPts val="1476"/>
              </a:lnSpc>
            </a:pPr>
            <a:endParaRPr lang="en-US" sz="2952">
              <a:solidFill>
                <a:srgbClr val="F98AC7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1476"/>
              </a:lnSpc>
            </a:pPr>
            <a:endParaRPr lang="en-US" sz="2952">
              <a:solidFill>
                <a:srgbClr val="F98AC7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2037"/>
              </a:lnSpc>
            </a:pPr>
            <a:r>
              <a:rPr lang="en-US" sz="4074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MedFlow AI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26499" y="4122991"/>
            <a:ext cx="60350" cy="30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57423" y="4122991"/>
            <a:ext cx="4605518" cy="30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Intelligent</a:t>
            </a:r>
            <a:r>
              <a:rPr lang="en-US" sz="177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771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Medical</a:t>
            </a:r>
            <a:r>
              <a:rPr lang="en-US" sz="177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771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Manufacturing</a:t>
            </a:r>
            <a:r>
              <a:rPr lang="en-US" sz="177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771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Platform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2228" y="4931254"/>
            <a:ext cx="4055897" cy="118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The Team</a:t>
            </a:r>
          </a:p>
          <a:p>
            <a:pPr algn="l">
              <a:lnSpc>
                <a:spcPts val="3136"/>
              </a:lnSpc>
            </a:pPr>
            <a:r>
              <a:rPr lang="en-US" sz="1254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Hamza Ouechtati</a:t>
            </a:r>
            <a:r>
              <a:rPr lang="en-US" sz="1254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</a:t>
            </a:r>
            <a:r>
              <a:rPr lang="en-US" sz="1254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Ahmed Hajji</a:t>
            </a:r>
            <a:r>
              <a:rPr lang="en-US" sz="1254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</a:t>
            </a:r>
            <a:r>
              <a:rPr lang="en-US" sz="1254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Azer Bougtif</a:t>
            </a:r>
            <a:r>
              <a:rPr lang="en-US" sz="1254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· </a:t>
            </a:r>
            <a:r>
              <a:rPr lang="en-US" sz="1254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Omar Baidi </a:t>
            </a:r>
            <a:r>
              <a:rPr lang="en-US" sz="1254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4 members · Students · Innovators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18892" y="5055079"/>
            <a:ext cx="4800086" cy="923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2"/>
              </a:lnSpc>
            </a:pPr>
            <a:r>
              <a:rPr lang="en-US" sz="1476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Our Mission</a:t>
            </a:r>
          </a:p>
          <a:p>
            <a:pPr algn="l">
              <a:lnSpc>
                <a:spcPts val="2025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 technology to make medical production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safer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smarter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more efficient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through AI-powered Industry 4.0 solutions.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841" y="6625057"/>
            <a:ext cx="9884807" cy="494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293" i="1">
                <a:solidFill>
                  <a:srgbClr val="D6E5EF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"We are Team TOP50, a group of </a:t>
            </a:r>
            <a:r>
              <a:rPr lang="en-US" sz="129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Baccalauréat </a:t>
            </a:r>
            <a:r>
              <a:rPr lang="en-US" sz="1293" i="1">
                <a:solidFill>
                  <a:srgbClr val="D6E5EF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students passionate about technology, innovation, and solving real-world industrial problems. Our objective is simple: use technology to make production safer, smarter, and more efficient."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81150"/>
            <a:ext cx="11430000" cy="6743700"/>
          </a:xfrm>
          <a:custGeom>
            <a:avLst/>
            <a:gdLst/>
            <a:ahLst/>
            <a:cxnLst/>
            <a:rect l="l" t="t" r="r" b="b"/>
            <a:pathLst>
              <a:path w="11430000" h="6743700">
                <a:moveTo>
                  <a:pt x="0" y="0"/>
                </a:moveTo>
                <a:lnTo>
                  <a:pt x="11430000" y="0"/>
                </a:lnTo>
                <a:lnTo>
                  <a:pt x="11430000" y="6743700"/>
                </a:lnTo>
                <a:lnTo>
                  <a:pt x="0" y="6743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72" y="1585722"/>
            <a:ext cx="11420856" cy="6734556"/>
          </a:xfrm>
          <a:custGeom>
            <a:avLst/>
            <a:gdLst/>
            <a:ahLst/>
            <a:cxnLst/>
            <a:rect l="l" t="t" r="r" b="b"/>
            <a:pathLst>
              <a:path w="11420856" h="6734556">
                <a:moveTo>
                  <a:pt x="0" y="0"/>
                </a:moveTo>
                <a:lnTo>
                  <a:pt x="11420856" y="0"/>
                </a:lnTo>
                <a:lnTo>
                  <a:pt x="11420856" y="6734556"/>
                </a:lnTo>
                <a:lnTo>
                  <a:pt x="0" y="6734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1430000" cy="9906000"/>
          </a:xfrm>
          <a:custGeom>
            <a:avLst/>
            <a:gdLst/>
            <a:ahLst/>
            <a:cxnLst/>
            <a:rect l="l" t="t" r="r" b="b"/>
            <a:pathLst>
              <a:path w="11430000" h="6743700">
                <a:moveTo>
                  <a:pt x="0" y="0"/>
                </a:moveTo>
                <a:lnTo>
                  <a:pt x="11430000" y="0"/>
                </a:lnTo>
                <a:lnTo>
                  <a:pt x="11430000" y="6743700"/>
                </a:lnTo>
                <a:lnTo>
                  <a:pt x="0" y="6743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7413" y="3295078"/>
            <a:ext cx="2363724" cy="1229868"/>
          </a:xfrm>
          <a:custGeom>
            <a:avLst/>
            <a:gdLst/>
            <a:ahLst/>
            <a:cxnLst/>
            <a:rect l="l" t="t" r="r" b="b"/>
            <a:pathLst>
              <a:path w="2363724" h="1229868">
                <a:moveTo>
                  <a:pt x="0" y="0"/>
                </a:moveTo>
                <a:lnTo>
                  <a:pt x="2363724" y="0"/>
                </a:lnTo>
                <a:lnTo>
                  <a:pt x="2363724" y="1229868"/>
                </a:lnTo>
                <a:lnTo>
                  <a:pt x="0" y="1229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161538" y="3295078"/>
            <a:ext cx="2363724" cy="1229868"/>
          </a:xfrm>
          <a:custGeom>
            <a:avLst/>
            <a:gdLst/>
            <a:ahLst/>
            <a:cxnLst/>
            <a:rect l="l" t="t" r="r" b="b"/>
            <a:pathLst>
              <a:path w="2363724" h="1229868">
                <a:moveTo>
                  <a:pt x="0" y="0"/>
                </a:moveTo>
                <a:lnTo>
                  <a:pt x="2363724" y="0"/>
                </a:lnTo>
                <a:lnTo>
                  <a:pt x="2363724" y="1229868"/>
                </a:lnTo>
                <a:lnTo>
                  <a:pt x="0" y="1229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37413" y="4685538"/>
            <a:ext cx="2363724" cy="1220724"/>
          </a:xfrm>
          <a:custGeom>
            <a:avLst/>
            <a:gdLst/>
            <a:ahLst/>
            <a:cxnLst/>
            <a:rect l="l" t="t" r="r" b="b"/>
            <a:pathLst>
              <a:path w="2363724" h="1220724">
                <a:moveTo>
                  <a:pt x="0" y="0"/>
                </a:moveTo>
                <a:lnTo>
                  <a:pt x="2363724" y="0"/>
                </a:lnTo>
                <a:lnTo>
                  <a:pt x="2363724" y="1220724"/>
                </a:lnTo>
                <a:lnTo>
                  <a:pt x="0" y="1220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161538" y="4685538"/>
            <a:ext cx="2363724" cy="1220724"/>
          </a:xfrm>
          <a:custGeom>
            <a:avLst/>
            <a:gdLst/>
            <a:ahLst/>
            <a:cxnLst/>
            <a:rect l="l" t="t" r="r" b="b"/>
            <a:pathLst>
              <a:path w="2363724" h="1220724">
                <a:moveTo>
                  <a:pt x="0" y="0"/>
                </a:moveTo>
                <a:lnTo>
                  <a:pt x="2363724" y="0"/>
                </a:lnTo>
                <a:lnTo>
                  <a:pt x="2363724" y="1220724"/>
                </a:lnTo>
                <a:lnTo>
                  <a:pt x="0" y="1220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884736" y="3265742"/>
            <a:ext cx="4946904" cy="1078992"/>
          </a:xfrm>
          <a:custGeom>
            <a:avLst/>
            <a:gdLst/>
            <a:ahLst/>
            <a:cxnLst/>
            <a:rect l="l" t="t" r="r" b="b"/>
            <a:pathLst>
              <a:path w="4946904" h="1078992">
                <a:moveTo>
                  <a:pt x="0" y="0"/>
                </a:moveTo>
                <a:lnTo>
                  <a:pt x="4946904" y="0"/>
                </a:lnTo>
                <a:lnTo>
                  <a:pt x="4946904" y="1078992"/>
                </a:lnTo>
                <a:lnTo>
                  <a:pt x="0" y="10789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884736" y="4446651"/>
            <a:ext cx="4946904" cy="1069848"/>
          </a:xfrm>
          <a:custGeom>
            <a:avLst/>
            <a:gdLst/>
            <a:ahLst/>
            <a:cxnLst/>
            <a:rect l="l" t="t" r="r" b="b"/>
            <a:pathLst>
              <a:path w="4946904" h="1069848">
                <a:moveTo>
                  <a:pt x="0" y="0"/>
                </a:moveTo>
                <a:lnTo>
                  <a:pt x="4946904" y="0"/>
                </a:lnTo>
                <a:lnTo>
                  <a:pt x="4946904" y="1069848"/>
                </a:lnTo>
                <a:lnTo>
                  <a:pt x="0" y="10698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884736" y="5618416"/>
            <a:ext cx="4946904" cy="1078992"/>
          </a:xfrm>
          <a:custGeom>
            <a:avLst/>
            <a:gdLst/>
            <a:ahLst/>
            <a:cxnLst/>
            <a:rect l="l" t="t" r="r" b="b"/>
            <a:pathLst>
              <a:path w="4946904" h="1078992">
                <a:moveTo>
                  <a:pt x="0" y="0"/>
                </a:moveTo>
                <a:lnTo>
                  <a:pt x="4946904" y="0"/>
                </a:lnTo>
                <a:lnTo>
                  <a:pt x="4946904" y="1078992"/>
                </a:lnTo>
                <a:lnTo>
                  <a:pt x="0" y="10789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7413" y="7018972"/>
            <a:ext cx="20574" cy="868680"/>
          </a:xfrm>
          <a:custGeom>
            <a:avLst/>
            <a:gdLst/>
            <a:ahLst/>
            <a:cxnLst/>
            <a:rect l="l" t="t" r="r" b="b"/>
            <a:pathLst>
              <a:path w="20574" h="868680">
                <a:moveTo>
                  <a:pt x="0" y="0"/>
                </a:moveTo>
                <a:lnTo>
                  <a:pt x="20574" y="0"/>
                </a:lnTo>
                <a:lnTo>
                  <a:pt x="20574" y="86868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914263" y="3295460"/>
            <a:ext cx="77724" cy="1019556"/>
          </a:xfrm>
          <a:custGeom>
            <a:avLst/>
            <a:gdLst/>
            <a:ahLst/>
            <a:cxnLst/>
            <a:rect l="l" t="t" r="r" b="b"/>
            <a:pathLst>
              <a:path w="77724" h="1019556">
                <a:moveTo>
                  <a:pt x="0" y="0"/>
                </a:moveTo>
                <a:lnTo>
                  <a:pt x="77724" y="0"/>
                </a:lnTo>
                <a:lnTo>
                  <a:pt x="77724" y="1019556"/>
                </a:lnTo>
                <a:lnTo>
                  <a:pt x="0" y="1019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5914263" y="4476369"/>
            <a:ext cx="77724" cy="1010412"/>
            <a:chOff x="0" y="0"/>
            <a:chExt cx="103632" cy="13472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3632" cy="1347216"/>
            </a:xfrm>
            <a:custGeom>
              <a:avLst/>
              <a:gdLst/>
              <a:ahLst/>
              <a:cxnLst/>
              <a:rect l="l" t="t" r="r" b="b"/>
              <a:pathLst>
                <a:path w="103632" h="1347216">
                  <a:moveTo>
                    <a:pt x="0" y="0"/>
                  </a:moveTo>
                  <a:lnTo>
                    <a:pt x="103632" y="0"/>
                  </a:lnTo>
                  <a:lnTo>
                    <a:pt x="103632" y="1347216"/>
                  </a:lnTo>
                  <a:lnTo>
                    <a:pt x="0" y="1347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5914263" y="5648134"/>
            <a:ext cx="77724" cy="1019556"/>
          </a:xfrm>
          <a:custGeom>
            <a:avLst/>
            <a:gdLst/>
            <a:ahLst/>
            <a:cxnLst/>
            <a:rect l="l" t="t" r="r" b="b"/>
            <a:pathLst>
              <a:path w="77724" h="1019556">
                <a:moveTo>
                  <a:pt x="0" y="0"/>
                </a:moveTo>
                <a:lnTo>
                  <a:pt x="77724" y="0"/>
                </a:lnTo>
                <a:lnTo>
                  <a:pt x="77724" y="1019556"/>
                </a:lnTo>
                <a:lnTo>
                  <a:pt x="0" y="1019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37584" y="1966503"/>
            <a:ext cx="3476177" cy="114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The Challenge</a:t>
            </a:r>
          </a:p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What Medical Manufacturing Demands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6976" y="3416932"/>
            <a:ext cx="2064715" cy="901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Precision</a:t>
            </a:r>
          </a:p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Zero tolerance for deviation in production parameters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6976" y="4798057"/>
            <a:ext cx="1887331" cy="901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Traceability</a:t>
            </a:r>
          </a:p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Full audit trail from raw material to finished product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18119" y="3416932"/>
            <a:ext cx="1982133" cy="901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Safety</a:t>
            </a:r>
          </a:p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Patient outcomes depend on product integrity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18119" y="4798057"/>
            <a:ext cx="1777498" cy="901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Quality Control</a:t>
            </a:r>
          </a:p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Continuous monitoring at every production stage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06906" y="4636132"/>
            <a:ext cx="1710966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Manual Data Entry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06906" y="5807707"/>
            <a:ext cx="1748238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Human Monitoring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06906" y="3455032"/>
            <a:ext cx="1943938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Paper-Based Records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18892" y="2864482"/>
            <a:ext cx="3113046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How Most Companies Still Operate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73543" y="5043649"/>
            <a:ext cx="3102664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Time-consuming, error-prone, and unscalable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173543" y="3872074"/>
            <a:ext cx="3628130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Manual logs prone to loss, damage, and inconsistency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173543" y="6215224"/>
            <a:ext cx="3900354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Reactive rather than predictive — problems found too late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173543" y="4600556"/>
            <a:ext cx="238068" cy="26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173543" y="3419456"/>
            <a:ext cx="238068" cy="26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173543" y="5772131"/>
            <a:ext cx="238068" cy="26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4841" y="7168134"/>
            <a:ext cx="10193884" cy="494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293" i="1">
                <a:solidFill>
                  <a:srgbClr val="D6E5EF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"A small production error can affect product quality and patient safety. As production grows, this traditional approach becomes inefficient and creates operational risks."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4672" y="7327897"/>
            <a:ext cx="146047" cy="736597"/>
          </a:xfrm>
          <a:custGeom>
            <a:avLst/>
            <a:gdLst/>
            <a:ahLst/>
            <a:cxnLst/>
            <a:rect l="l" t="t" r="r" b="b"/>
            <a:pathLst>
              <a:path w="146047" h="736597">
                <a:moveTo>
                  <a:pt x="0" y="0"/>
                </a:moveTo>
                <a:lnTo>
                  <a:pt x="146047" y="0"/>
                </a:lnTo>
                <a:lnTo>
                  <a:pt x="146047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95325" y="3209677"/>
            <a:ext cx="239020" cy="204845"/>
            <a:chOff x="0" y="0"/>
            <a:chExt cx="239014" cy="204838"/>
          </a:xfrm>
        </p:grpSpPr>
        <p:sp>
          <p:nvSpPr>
            <p:cNvPr id="4" name="Freeform 4"/>
            <p:cNvSpPr/>
            <p:nvPr/>
          </p:nvSpPr>
          <p:spPr>
            <a:xfrm>
              <a:off x="0" y="63"/>
              <a:ext cx="238947" cy="204847"/>
            </a:xfrm>
            <a:custGeom>
              <a:avLst/>
              <a:gdLst/>
              <a:ahLst/>
              <a:cxnLst/>
              <a:rect l="l" t="t" r="r" b="b"/>
              <a:pathLst>
                <a:path w="238947" h="204847">
                  <a:moveTo>
                    <a:pt x="236470" y="108393"/>
                  </a:moveTo>
                  <a:cubicBezTo>
                    <a:pt x="239772" y="105091"/>
                    <a:pt x="239772" y="99630"/>
                    <a:pt x="236470" y="96328"/>
                  </a:cubicBezTo>
                  <a:lnTo>
                    <a:pt x="142619" y="2477"/>
                  </a:lnTo>
                  <a:cubicBezTo>
                    <a:pt x="139317" y="-825"/>
                    <a:pt x="133856" y="-825"/>
                    <a:pt x="130554" y="2477"/>
                  </a:cubicBezTo>
                  <a:cubicBezTo>
                    <a:pt x="127252" y="5779"/>
                    <a:pt x="127252" y="11240"/>
                    <a:pt x="130554" y="14542"/>
                  </a:cubicBezTo>
                  <a:lnTo>
                    <a:pt x="209927" y="93915"/>
                  </a:lnTo>
                  <a:lnTo>
                    <a:pt x="8509" y="93915"/>
                  </a:lnTo>
                  <a:cubicBezTo>
                    <a:pt x="3810" y="93915"/>
                    <a:pt x="0" y="97725"/>
                    <a:pt x="0" y="102424"/>
                  </a:cubicBezTo>
                  <a:cubicBezTo>
                    <a:pt x="0" y="107123"/>
                    <a:pt x="3810" y="110933"/>
                    <a:pt x="8509" y="110933"/>
                  </a:cubicBezTo>
                  <a:lnTo>
                    <a:pt x="209927" y="110933"/>
                  </a:lnTo>
                  <a:lnTo>
                    <a:pt x="130554" y="190306"/>
                  </a:lnTo>
                  <a:cubicBezTo>
                    <a:pt x="127252" y="193608"/>
                    <a:pt x="127252" y="199069"/>
                    <a:pt x="130554" y="202371"/>
                  </a:cubicBezTo>
                  <a:cubicBezTo>
                    <a:pt x="133856" y="205673"/>
                    <a:pt x="139317" y="205673"/>
                    <a:pt x="142619" y="202371"/>
                  </a:cubicBezTo>
                  <a:lnTo>
                    <a:pt x="236470" y="108520"/>
                  </a:lnTo>
                  <a:close/>
                </a:path>
              </a:pathLst>
            </a:custGeom>
            <a:solidFill>
              <a:srgbClr val="F98AC7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95325" y="4438402"/>
            <a:ext cx="239020" cy="204845"/>
            <a:chOff x="0" y="0"/>
            <a:chExt cx="239014" cy="204838"/>
          </a:xfrm>
        </p:grpSpPr>
        <p:sp>
          <p:nvSpPr>
            <p:cNvPr id="6" name="Freeform 6"/>
            <p:cNvSpPr/>
            <p:nvPr/>
          </p:nvSpPr>
          <p:spPr>
            <a:xfrm>
              <a:off x="0" y="63"/>
              <a:ext cx="238947" cy="204847"/>
            </a:xfrm>
            <a:custGeom>
              <a:avLst/>
              <a:gdLst/>
              <a:ahLst/>
              <a:cxnLst/>
              <a:rect l="l" t="t" r="r" b="b"/>
              <a:pathLst>
                <a:path w="238947" h="204847">
                  <a:moveTo>
                    <a:pt x="236470" y="108393"/>
                  </a:moveTo>
                  <a:cubicBezTo>
                    <a:pt x="239772" y="105091"/>
                    <a:pt x="239772" y="99630"/>
                    <a:pt x="236470" y="96328"/>
                  </a:cubicBezTo>
                  <a:lnTo>
                    <a:pt x="142619" y="2477"/>
                  </a:lnTo>
                  <a:cubicBezTo>
                    <a:pt x="139317" y="-825"/>
                    <a:pt x="133856" y="-825"/>
                    <a:pt x="130554" y="2477"/>
                  </a:cubicBezTo>
                  <a:cubicBezTo>
                    <a:pt x="127252" y="5779"/>
                    <a:pt x="127252" y="11240"/>
                    <a:pt x="130554" y="14542"/>
                  </a:cubicBezTo>
                  <a:lnTo>
                    <a:pt x="209927" y="93915"/>
                  </a:lnTo>
                  <a:lnTo>
                    <a:pt x="8509" y="93915"/>
                  </a:lnTo>
                  <a:cubicBezTo>
                    <a:pt x="3810" y="93915"/>
                    <a:pt x="0" y="97725"/>
                    <a:pt x="0" y="102424"/>
                  </a:cubicBezTo>
                  <a:cubicBezTo>
                    <a:pt x="0" y="107123"/>
                    <a:pt x="3810" y="110933"/>
                    <a:pt x="8509" y="110933"/>
                  </a:cubicBezTo>
                  <a:lnTo>
                    <a:pt x="209927" y="110933"/>
                  </a:lnTo>
                  <a:lnTo>
                    <a:pt x="130554" y="190306"/>
                  </a:lnTo>
                  <a:cubicBezTo>
                    <a:pt x="127252" y="193608"/>
                    <a:pt x="127252" y="199069"/>
                    <a:pt x="130554" y="202371"/>
                  </a:cubicBezTo>
                  <a:cubicBezTo>
                    <a:pt x="133856" y="205673"/>
                    <a:pt x="139317" y="205673"/>
                    <a:pt x="142619" y="202371"/>
                  </a:cubicBezTo>
                  <a:lnTo>
                    <a:pt x="236470" y="108520"/>
                  </a:lnTo>
                  <a:close/>
                </a:path>
              </a:pathLst>
            </a:custGeom>
            <a:solidFill>
              <a:srgbClr val="F98AC7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695325" y="5419477"/>
            <a:ext cx="239020" cy="204845"/>
            <a:chOff x="0" y="0"/>
            <a:chExt cx="239014" cy="204838"/>
          </a:xfrm>
        </p:grpSpPr>
        <p:sp>
          <p:nvSpPr>
            <p:cNvPr id="8" name="Freeform 8"/>
            <p:cNvSpPr/>
            <p:nvPr/>
          </p:nvSpPr>
          <p:spPr>
            <a:xfrm>
              <a:off x="0" y="63"/>
              <a:ext cx="238947" cy="204847"/>
            </a:xfrm>
            <a:custGeom>
              <a:avLst/>
              <a:gdLst/>
              <a:ahLst/>
              <a:cxnLst/>
              <a:rect l="l" t="t" r="r" b="b"/>
              <a:pathLst>
                <a:path w="238947" h="204847">
                  <a:moveTo>
                    <a:pt x="236470" y="108393"/>
                  </a:moveTo>
                  <a:cubicBezTo>
                    <a:pt x="239772" y="105091"/>
                    <a:pt x="239772" y="99630"/>
                    <a:pt x="236470" y="96328"/>
                  </a:cubicBezTo>
                  <a:lnTo>
                    <a:pt x="142619" y="2477"/>
                  </a:lnTo>
                  <a:cubicBezTo>
                    <a:pt x="139317" y="-825"/>
                    <a:pt x="133856" y="-825"/>
                    <a:pt x="130554" y="2477"/>
                  </a:cubicBezTo>
                  <a:cubicBezTo>
                    <a:pt x="127252" y="5779"/>
                    <a:pt x="127252" y="11240"/>
                    <a:pt x="130554" y="14542"/>
                  </a:cubicBezTo>
                  <a:lnTo>
                    <a:pt x="209927" y="93915"/>
                  </a:lnTo>
                  <a:lnTo>
                    <a:pt x="8509" y="93915"/>
                  </a:lnTo>
                  <a:cubicBezTo>
                    <a:pt x="3810" y="93915"/>
                    <a:pt x="0" y="97725"/>
                    <a:pt x="0" y="102424"/>
                  </a:cubicBezTo>
                  <a:cubicBezTo>
                    <a:pt x="0" y="107123"/>
                    <a:pt x="3810" y="110933"/>
                    <a:pt x="8509" y="110933"/>
                  </a:cubicBezTo>
                  <a:lnTo>
                    <a:pt x="209927" y="110933"/>
                  </a:lnTo>
                  <a:lnTo>
                    <a:pt x="130554" y="190307"/>
                  </a:lnTo>
                  <a:cubicBezTo>
                    <a:pt x="127252" y="193608"/>
                    <a:pt x="127252" y="199069"/>
                    <a:pt x="130554" y="202371"/>
                  </a:cubicBezTo>
                  <a:cubicBezTo>
                    <a:pt x="133856" y="205673"/>
                    <a:pt x="139317" y="205673"/>
                    <a:pt x="142619" y="202371"/>
                  </a:cubicBezTo>
                  <a:lnTo>
                    <a:pt x="236470" y="108520"/>
                  </a:lnTo>
                  <a:close/>
                </a:path>
              </a:pathLst>
            </a:custGeom>
            <a:solidFill>
              <a:srgbClr val="F98AC7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95325" y="6391027"/>
            <a:ext cx="239020" cy="204845"/>
            <a:chOff x="0" y="0"/>
            <a:chExt cx="239014" cy="204838"/>
          </a:xfrm>
        </p:grpSpPr>
        <p:sp>
          <p:nvSpPr>
            <p:cNvPr id="10" name="Freeform 10"/>
            <p:cNvSpPr/>
            <p:nvPr/>
          </p:nvSpPr>
          <p:spPr>
            <a:xfrm>
              <a:off x="0" y="63"/>
              <a:ext cx="238947" cy="204847"/>
            </a:xfrm>
            <a:custGeom>
              <a:avLst/>
              <a:gdLst/>
              <a:ahLst/>
              <a:cxnLst/>
              <a:rect l="l" t="t" r="r" b="b"/>
              <a:pathLst>
                <a:path w="238947" h="204847">
                  <a:moveTo>
                    <a:pt x="236470" y="108393"/>
                  </a:moveTo>
                  <a:cubicBezTo>
                    <a:pt x="239772" y="105091"/>
                    <a:pt x="239772" y="99630"/>
                    <a:pt x="236470" y="96328"/>
                  </a:cubicBezTo>
                  <a:lnTo>
                    <a:pt x="142619" y="2477"/>
                  </a:lnTo>
                  <a:cubicBezTo>
                    <a:pt x="139317" y="-825"/>
                    <a:pt x="133856" y="-825"/>
                    <a:pt x="130554" y="2477"/>
                  </a:cubicBezTo>
                  <a:cubicBezTo>
                    <a:pt x="127252" y="5779"/>
                    <a:pt x="127252" y="11240"/>
                    <a:pt x="130554" y="14542"/>
                  </a:cubicBezTo>
                  <a:lnTo>
                    <a:pt x="209927" y="93915"/>
                  </a:lnTo>
                  <a:lnTo>
                    <a:pt x="8509" y="93915"/>
                  </a:lnTo>
                  <a:cubicBezTo>
                    <a:pt x="3810" y="93915"/>
                    <a:pt x="0" y="97725"/>
                    <a:pt x="0" y="102424"/>
                  </a:cubicBezTo>
                  <a:cubicBezTo>
                    <a:pt x="0" y="107123"/>
                    <a:pt x="3810" y="110933"/>
                    <a:pt x="8509" y="110933"/>
                  </a:cubicBezTo>
                  <a:lnTo>
                    <a:pt x="209927" y="110933"/>
                  </a:lnTo>
                  <a:lnTo>
                    <a:pt x="130554" y="190307"/>
                  </a:lnTo>
                  <a:cubicBezTo>
                    <a:pt x="127252" y="193608"/>
                    <a:pt x="127252" y="199069"/>
                    <a:pt x="130554" y="202371"/>
                  </a:cubicBezTo>
                  <a:cubicBezTo>
                    <a:pt x="133856" y="205673"/>
                    <a:pt x="139317" y="205673"/>
                    <a:pt x="142619" y="202371"/>
                  </a:cubicBezTo>
                  <a:lnTo>
                    <a:pt x="236470" y="108520"/>
                  </a:lnTo>
                  <a:close/>
                </a:path>
              </a:pathLst>
            </a:custGeom>
            <a:solidFill>
              <a:srgbClr val="F98AC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1700" y="3209677"/>
            <a:ext cx="239020" cy="204845"/>
            <a:chOff x="0" y="0"/>
            <a:chExt cx="239014" cy="204838"/>
          </a:xfrm>
        </p:grpSpPr>
        <p:sp>
          <p:nvSpPr>
            <p:cNvPr id="12" name="Freeform 12"/>
            <p:cNvSpPr/>
            <p:nvPr/>
          </p:nvSpPr>
          <p:spPr>
            <a:xfrm>
              <a:off x="0" y="63"/>
              <a:ext cx="238947" cy="204847"/>
            </a:xfrm>
            <a:custGeom>
              <a:avLst/>
              <a:gdLst/>
              <a:ahLst/>
              <a:cxnLst/>
              <a:rect l="l" t="t" r="r" b="b"/>
              <a:pathLst>
                <a:path w="238947" h="204847">
                  <a:moveTo>
                    <a:pt x="236470" y="108393"/>
                  </a:moveTo>
                  <a:cubicBezTo>
                    <a:pt x="239772" y="105091"/>
                    <a:pt x="239772" y="99630"/>
                    <a:pt x="236470" y="96328"/>
                  </a:cubicBezTo>
                  <a:lnTo>
                    <a:pt x="142619" y="2477"/>
                  </a:lnTo>
                  <a:cubicBezTo>
                    <a:pt x="139317" y="-825"/>
                    <a:pt x="133856" y="-825"/>
                    <a:pt x="130554" y="2477"/>
                  </a:cubicBezTo>
                  <a:cubicBezTo>
                    <a:pt x="127252" y="5779"/>
                    <a:pt x="127252" y="11240"/>
                    <a:pt x="130554" y="14542"/>
                  </a:cubicBezTo>
                  <a:lnTo>
                    <a:pt x="209927" y="93915"/>
                  </a:lnTo>
                  <a:lnTo>
                    <a:pt x="8509" y="93915"/>
                  </a:lnTo>
                  <a:cubicBezTo>
                    <a:pt x="3810" y="93915"/>
                    <a:pt x="0" y="97725"/>
                    <a:pt x="0" y="102424"/>
                  </a:cubicBezTo>
                  <a:cubicBezTo>
                    <a:pt x="0" y="107123"/>
                    <a:pt x="3810" y="110933"/>
                    <a:pt x="8509" y="110933"/>
                  </a:cubicBezTo>
                  <a:lnTo>
                    <a:pt x="209928" y="110933"/>
                  </a:lnTo>
                  <a:lnTo>
                    <a:pt x="130554" y="190306"/>
                  </a:lnTo>
                  <a:cubicBezTo>
                    <a:pt x="127252" y="193608"/>
                    <a:pt x="127252" y="199069"/>
                    <a:pt x="130554" y="202371"/>
                  </a:cubicBezTo>
                  <a:cubicBezTo>
                    <a:pt x="133856" y="205673"/>
                    <a:pt x="139317" y="205673"/>
                    <a:pt x="142619" y="202371"/>
                  </a:cubicBezTo>
                  <a:lnTo>
                    <a:pt x="236470" y="108520"/>
                  </a:lnTo>
                  <a:close/>
                </a:path>
              </a:pathLst>
            </a:custGeom>
            <a:solidFill>
              <a:srgbClr val="F98AC7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981700" y="4181227"/>
            <a:ext cx="239020" cy="204845"/>
            <a:chOff x="0" y="0"/>
            <a:chExt cx="239014" cy="204838"/>
          </a:xfrm>
        </p:grpSpPr>
        <p:sp>
          <p:nvSpPr>
            <p:cNvPr id="14" name="Freeform 14"/>
            <p:cNvSpPr/>
            <p:nvPr/>
          </p:nvSpPr>
          <p:spPr>
            <a:xfrm>
              <a:off x="0" y="63"/>
              <a:ext cx="238947" cy="204847"/>
            </a:xfrm>
            <a:custGeom>
              <a:avLst/>
              <a:gdLst/>
              <a:ahLst/>
              <a:cxnLst/>
              <a:rect l="l" t="t" r="r" b="b"/>
              <a:pathLst>
                <a:path w="238947" h="204847">
                  <a:moveTo>
                    <a:pt x="236470" y="108393"/>
                  </a:moveTo>
                  <a:cubicBezTo>
                    <a:pt x="239772" y="105091"/>
                    <a:pt x="239772" y="99630"/>
                    <a:pt x="236470" y="96328"/>
                  </a:cubicBezTo>
                  <a:lnTo>
                    <a:pt x="142619" y="2477"/>
                  </a:lnTo>
                  <a:cubicBezTo>
                    <a:pt x="139317" y="-825"/>
                    <a:pt x="133856" y="-825"/>
                    <a:pt x="130554" y="2477"/>
                  </a:cubicBezTo>
                  <a:cubicBezTo>
                    <a:pt x="127252" y="5779"/>
                    <a:pt x="127252" y="11240"/>
                    <a:pt x="130554" y="14542"/>
                  </a:cubicBezTo>
                  <a:lnTo>
                    <a:pt x="209927" y="93915"/>
                  </a:lnTo>
                  <a:lnTo>
                    <a:pt x="8509" y="93915"/>
                  </a:lnTo>
                  <a:cubicBezTo>
                    <a:pt x="3810" y="93915"/>
                    <a:pt x="0" y="97725"/>
                    <a:pt x="0" y="102424"/>
                  </a:cubicBezTo>
                  <a:cubicBezTo>
                    <a:pt x="0" y="107123"/>
                    <a:pt x="3810" y="110933"/>
                    <a:pt x="8509" y="110933"/>
                  </a:cubicBezTo>
                  <a:lnTo>
                    <a:pt x="209928" y="110933"/>
                  </a:lnTo>
                  <a:lnTo>
                    <a:pt x="130554" y="190306"/>
                  </a:lnTo>
                  <a:cubicBezTo>
                    <a:pt x="127252" y="193608"/>
                    <a:pt x="127252" y="199069"/>
                    <a:pt x="130554" y="202371"/>
                  </a:cubicBezTo>
                  <a:cubicBezTo>
                    <a:pt x="133856" y="205673"/>
                    <a:pt x="139317" y="205673"/>
                    <a:pt x="142619" y="202371"/>
                  </a:cubicBezTo>
                  <a:lnTo>
                    <a:pt x="236470" y="108520"/>
                  </a:lnTo>
                  <a:close/>
                </a:path>
              </a:pathLst>
            </a:custGeom>
            <a:solidFill>
              <a:srgbClr val="F98AC7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5981700" y="5162302"/>
            <a:ext cx="239020" cy="204845"/>
            <a:chOff x="0" y="0"/>
            <a:chExt cx="239014" cy="204838"/>
          </a:xfrm>
        </p:grpSpPr>
        <p:sp>
          <p:nvSpPr>
            <p:cNvPr id="16" name="Freeform 16"/>
            <p:cNvSpPr/>
            <p:nvPr/>
          </p:nvSpPr>
          <p:spPr>
            <a:xfrm>
              <a:off x="0" y="63"/>
              <a:ext cx="238947" cy="204847"/>
            </a:xfrm>
            <a:custGeom>
              <a:avLst/>
              <a:gdLst/>
              <a:ahLst/>
              <a:cxnLst/>
              <a:rect l="l" t="t" r="r" b="b"/>
              <a:pathLst>
                <a:path w="238947" h="204847">
                  <a:moveTo>
                    <a:pt x="236470" y="108393"/>
                  </a:moveTo>
                  <a:cubicBezTo>
                    <a:pt x="239772" y="105091"/>
                    <a:pt x="239772" y="99630"/>
                    <a:pt x="236470" y="96328"/>
                  </a:cubicBezTo>
                  <a:lnTo>
                    <a:pt x="142619" y="2477"/>
                  </a:lnTo>
                  <a:cubicBezTo>
                    <a:pt x="139317" y="-825"/>
                    <a:pt x="133856" y="-825"/>
                    <a:pt x="130554" y="2477"/>
                  </a:cubicBezTo>
                  <a:cubicBezTo>
                    <a:pt x="127252" y="5779"/>
                    <a:pt x="127252" y="11240"/>
                    <a:pt x="130554" y="14542"/>
                  </a:cubicBezTo>
                  <a:lnTo>
                    <a:pt x="209927" y="93915"/>
                  </a:lnTo>
                  <a:lnTo>
                    <a:pt x="8509" y="93915"/>
                  </a:lnTo>
                  <a:cubicBezTo>
                    <a:pt x="3810" y="93915"/>
                    <a:pt x="0" y="97725"/>
                    <a:pt x="0" y="102424"/>
                  </a:cubicBezTo>
                  <a:cubicBezTo>
                    <a:pt x="0" y="107123"/>
                    <a:pt x="3810" y="110933"/>
                    <a:pt x="8509" y="110933"/>
                  </a:cubicBezTo>
                  <a:lnTo>
                    <a:pt x="209928" y="110933"/>
                  </a:lnTo>
                  <a:lnTo>
                    <a:pt x="130554" y="190306"/>
                  </a:lnTo>
                  <a:cubicBezTo>
                    <a:pt x="127252" y="193608"/>
                    <a:pt x="127252" y="199069"/>
                    <a:pt x="130554" y="202371"/>
                  </a:cubicBezTo>
                  <a:cubicBezTo>
                    <a:pt x="133856" y="205673"/>
                    <a:pt x="139317" y="205673"/>
                    <a:pt x="142619" y="202371"/>
                  </a:cubicBezTo>
                  <a:lnTo>
                    <a:pt x="236470" y="108520"/>
                  </a:lnTo>
                  <a:close/>
                </a:path>
              </a:pathLst>
            </a:custGeom>
            <a:solidFill>
              <a:srgbClr val="F98AC7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981700" y="6143377"/>
            <a:ext cx="239020" cy="204845"/>
            <a:chOff x="0" y="0"/>
            <a:chExt cx="239014" cy="204838"/>
          </a:xfrm>
        </p:grpSpPr>
        <p:sp>
          <p:nvSpPr>
            <p:cNvPr id="18" name="Freeform 18"/>
            <p:cNvSpPr/>
            <p:nvPr/>
          </p:nvSpPr>
          <p:spPr>
            <a:xfrm>
              <a:off x="0" y="63"/>
              <a:ext cx="238947" cy="204847"/>
            </a:xfrm>
            <a:custGeom>
              <a:avLst/>
              <a:gdLst/>
              <a:ahLst/>
              <a:cxnLst/>
              <a:rect l="l" t="t" r="r" b="b"/>
              <a:pathLst>
                <a:path w="238947" h="204847">
                  <a:moveTo>
                    <a:pt x="236470" y="108393"/>
                  </a:moveTo>
                  <a:cubicBezTo>
                    <a:pt x="239772" y="105091"/>
                    <a:pt x="239772" y="99630"/>
                    <a:pt x="236470" y="96328"/>
                  </a:cubicBezTo>
                  <a:lnTo>
                    <a:pt x="142619" y="2477"/>
                  </a:lnTo>
                  <a:cubicBezTo>
                    <a:pt x="139317" y="-825"/>
                    <a:pt x="133856" y="-825"/>
                    <a:pt x="130554" y="2477"/>
                  </a:cubicBezTo>
                  <a:cubicBezTo>
                    <a:pt x="127252" y="5779"/>
                    <a:pt x="127252" y="11240"/>
                    <a:pt x="130554" y="14542"/>
                  </a:cubicBezTo>
                  <a:lnTo>
                    <a:pt x="209927" y="93915"/>
                  </a:lnTo>
                  <a:lnTo>
                    <a:pt x="8509" y="93915"/>
                  </a:lnTo>
                  <a:cubicBezTo>
                    <a:pt x="3810" y="93915"/>
                    <a:pt x="0" y="97725"/>
                    <a:pt x="0" y="102424"/>
                  </a:cubicBezTo>
                  <a:cubicBezTo>
                    <a:pt x="0" y="107123"/>
                    <a:pt x="3810" y="110933"/>
                    <a:pt x="8509" y="110933"/>
                  </a:cubicBezTo>
                  <a:lnTo>
                    <a:pt x="209928" y="110933"/>
                  </a:lnTo>
                  <a:lnTo>
                    <a:pt x="130554" y="190307"/>
                  </a:lnTo>
                  <a:cubicBezTo>
                    <a:pt x="127252" y="193608"/>
                    <a:pt x="127252" y="199069"/>
                    <a:pt x="130554" y="202371"/>
                  </a:cubicBezTo>
                  <a:cubicBezTo>
                    <a:pt x="133856" y="205673"/>
                    <a:pt x="139317" y="205673"/>
                    <a:pt x="142619" y="202371"/>
                  </a:cubicBezTo>
                  <a:lnTo>
                    <a:pt x="236470" y="108520"/>
                  </a:lnTo>
                  <a:close/>
                </a:path>
              </a:pathLst>
            </a:custGeom>
            <a:solidFill>
              <a:srgbClr val="F98AC7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637584" y="1852203"/>
            <a:ext cx="5278679" cy="114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Impact of the Current System</a:t>
            </a:r>
          </a:p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Operational Problems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8869" y="6350632"/>
            <a:ext cx="1287637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Poor Visibility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8869" y="5369557"/>
            <a:ext cx="1396384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 spc="4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Difficult Audits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5506" y="3099006"/>
            <a:ext cx="3919623" cy="94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2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❌</a:t>
            </a: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Lost Production Time</a:t>
            </a:r>
          </a:p>
          <a:p>
            <a:pPr algn="l">
              <a:lnSpc>
                <a:spcPts val="2025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Delays caused by manual processes and slow information retrieval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88869" y="4398007"/>
            <a:ext cx="2037026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Slow Decision-Making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70177" y="5121907"/>
            <a:ext cx="1465755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Increased Costs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18892" y="2750182"/>
            <a:ext cx="1274054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Business Risks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36814" y="3127581"/>
            <a:ext cx="4141079" cy="658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❌</a:t>
            </a: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Quality Problems</a:t>
            </a:r>
          </a:p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Defects discovered late — after significant waste has occurred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70177" y="6093457"/>
            <a:ext cx="1754162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 spc="1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Reduced Efficiency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70177" y="4140832"/>
            <a:ext cx="1785890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Machine Downtime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5506" y="4362021"/>
            <a:ext cx="238068" cy="26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5506" y="5333571"/>
            <a:ext cx="238068" cy="26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55506" y="6314646"/>
            <a:ext cx="238068" cy="26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36814" y="4104846"/>
            <a:ext cx="238068" cy="26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36814" y="5085921"/>
            <a:ext cx="238068" cy="26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36814" y="6057471"/>
            <a:ext cx="238068" cy="26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55506" y="4805524"/>
            <a:ext cx="3975725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Managers lack real-time data to act quickly and confidently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55506" y="6758149"/>
            <a:ext cx="4027856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No unified view of production status across the factory floor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55506" y="5786599"/>
            <a:ext cx="4148195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Scattered paper records make compliance verification painful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36814" y="5529424"/>
            <a:ext cx="3610251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Rework, waste, and emergency repairs erode margins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36814" y="4548349"/>
            <a:ext cx="4100646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Unplanned failures halt production with no advance warning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436814" y="6510499"/>
            <a:ext cx="4090073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Bottlenecks go undetected until they become critical failures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64841" y="7558659"/>
            <a:ext cx="9246651" cy="21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293" i="1">
                <a:solidFill>
                  <a:srgbClr val="D6E5EF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"Companies lose valuable production intelligence. Without real-time analysis, companies react to problems instead of preventing them."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91501"/>
            <a:ext cx="11430000" cy="6926580"/>
          </a:xfrm>
          <a:custGeom>
            <a:avLst/>
            <a:gdLst/>
            <a:ahLst/>
            <a:cxnLst/>
            <a:rect l="l" t="t" r="r" b="b"/>
            <a:pathLst>
              <a:path w="11430000" h="6926580">
                <a:moveTo>
                  <a:pt x="0" y="0"/>
                </a:moveTo>
                <a:lnTo>
                  <a:pt x="11430000" y="0"/>
                </a:lnTo>
                <a:lnTo>
                  <a:pt x="11430000" y="6926580"/>
                </a:lnTo>
                <a:lnTo>
                  <a:pt x="0" y="6926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72" y="1497025"/>
            <a:ext cx="11420856" cy="6906006"/>
          </a:xfrm>
          <a:custGeom>
            <a:avLst/>
            <a:gdLst/>
            <a:ahLst/>
            <a:cxnLst/>
            <a:rect l="l" t="t" r="r" b="b"/>
            <a:pathLst>
              <a:path w="11420856" h="6906006">
                <a:moveTo>
                  <a:pt x="0" y="0"/>
                </a:moveTo>
                <a:lnTo>
                  <a:pt x="11420856" y="0"/>
                </a:lnTo>
                <a:lnTo>
                  <a:pt x="11420856" y="6906006"/>
                </a:lnTo>
                <a:lnTo>
                  <a:pt x="0" y="6906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1430000" cy="9906000"/>
          </a:xfrm>
          <a:custGeom>
            <a:avLst/>
            <a:gdLst/>
            <a:ahLst/>
            <a:cxnLst/>
            <a:rect l="l" t="t" r="r" b="b"/>
            <a:pathLst>
              <a:path w="11430000" h="6915150">
                <a:moveTo>
                  <a:pt x="0" y="0"/>
                </a:moveTo>
                <a:lnTo>
                  <a:pt x="11430000" y="0"/>
                </a:lnTo>
                <a:lnTo>
                  <a:pt x="11430000" y="6915150"/>
                </a:lnTo>
                <a:lnTo>
                  <a:pt x="0" y="6915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7413" y="3148851"/>
            <a:ext cx="3278124" cy="2068830"/>
          </a:xfrm>
          <a:custGeom>
            <a:avLst/>
            <a:gdLst/>
            <a:ahLst/>
            <a:cxnLst/>
            <a:rect l="l" t="t" r="r" b="b"/>
            <a:pathLst>
              <a:path w="3278124" h="2068830">
                <a:moveTo>
                  <a:pt x="0" y="0"/>
                </a:moveTo>
                <a:lnTo>
                  <a:pt x="3278124" y="0"/>
                </a:lnTo>
                <a:lnTo>
                  <a:pt x="3278124" y="2068830"/>
                </a:lnTo>
                <a:lnTo>
                  <a:pt x="0" y="2068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99338" y="3310966"/>
            <a:ext cx="477774" cy="477774"/>
            <a:chOff x="0" y="0"/>
            <a:chExt cx="637032" cy="6370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7032" cy="637032"/>
            </a:xfrm>
            <a:custGeom>
              <a:avLst/>
              <a:gdLst/>
              <a:ahLst/>
              <a:cxnLst/>
              <a:rect l="l" t="t" r="r" b="b"/>
              <a:pathLst>
                <a:path w="637032" h="637032">
                  <a:moveTo>
                    <a:pt x="0" y="0"/>
                  </a:moveTo>
                  <a:lnTo>
                    <a:pt x="637032" y="0"/>
                  </a:lnTo>
                  <a:lnTo>
                    <a:pt x="637032" y="637032"/>
                  </a:lnTo>
                  <a:lnTo>
                    <a:pt x="0" y="63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918372" y="3445183"/>
            <a:ext cx="13716" cy="70866"/>
          </a:xfrm>
          <a:custGeom>
            <a:avLst/>
            <a:gdLst/>
            <a:ahLst/>
            <a:cxnLst/>
            <a:rect l="l" t="t" r="r" b="b"/>
            <a:pathLst>
              <a:path w="13716" h="70866">
                <a:moveTo>
                  <a:pt x="0" y="0"/>
                </a:moveTo>
                <a:lnTo>
                  <a:pt x="13716" y="0"/>
                </a:lnTo>
                <a:lnTo>
                  <a:pt x="13716" y="70866"/>
                </a:lnTo>
                <a:lnTo>
                  <a:pt x="0" y="708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23192" y="3440049"/>
            <a:ext cx="27432" cy="13716"/>
          </a:xfrm>
          <a:custGeom>
            <a:avLst/>
            <a:gdLst/>
            <a:ahLst/>
            <a:cxnLst/>
            <a:rect l="l" t="t" r="r" b="b"/>
            <a:pathLst>
              <a:path w="27432" h="13716">
                <a:moveTo>
                  <a:pt x="0" y="0"/>
                </a:moveTo>
                <a:lnTo>
                  <a:pt x="27432" y="0"/>
                </a:lnTo>
                <a:lnTo>
                  <a:pt x="27432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78265" y="3440297"/>
            <a:ext cx="36576" cy="27432"/>
          </a:xfrm>
          <a:custGeom>
            <a:avLst/>
            <a:gdLst/>
            <a:ahLst/>
            <a:cxnLst/>
            <a:rect l="l" t="t" r="r" b="b"/>
            <a:pathLst>
              <a:path w="36576" h="27432">
                <a:moveTo>
                  <a:pt x="0" y="0"/>
                </a:moveTo>
                <a:lnTo>
                  <a:pt x="36576" y="0"/>
                </a:lnTo>
                <a:lnTo>
                  <a:pt x="36576" y="27432"/>
                </a:lnTo>
                <a:lnTo>
                  <a:pt x="0" y="27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43073" y="3610546"/>
            <a:ext cx="89154" cy="32004"/>
          </a:xfrm>
          <a:custGeom>
            <a:avLst/>
            <a:gdLst/>
            <a:ahLst/>
            <a:cxnLst/>
            <a:rect l="l" t="t" r="r" b="b"/>
            <a:pathLst>
              <a:path w="89154" h="32004">
                <a:moveTo>
                  <a:pt x="0" y="0"/>
                </a:moveTo>
                <a:lnTo>
                  <a:pt x="89154" y="0"/>
                </a:lnTo>
                <a:lnTo>
                  <a:pt x="89154" y="32004"/>
                </a:lnTo>
                <a:lnTo>
                  <a:pt x="0" y="32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18181" y="3595040"/>
            <a:ext cx="34290" cy="27432"/>
          </a:xfrm>
          <a:custGeom>
            <a:avLst/>
            <a:gdLst/>
            <a:ahLst/>
            <a:cxnLst/>
            <a:rect l="l" t="t" r="r" b="b"/>
            <a:pathLst>
              <a:path w="34290" h="27432">
                <a:moveTo>
                  <a:pt x="0" y="0"/>
                </a:moveTo>
                <a:lnTo>
                  <a:pt x="34290" y="0"/>
                </a:lnTo>
                <a:lnTo>
                  <a:pt x="34290" y="27432"/>
                </a:lnTo>
                <a:lnTo>
                  <a:pt x="0" y="27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95718" y="3464824"/>
            <a:ext cx="27432" cy="27432"/>
          </a:xfrm>
          <a:custGeom>
            <a:avLst/>
            <a:gdLst/>
            <a:ahLst/>
            <a:cxnLst/>
            <a:rect l="l" t="t" r="r" b="b"/>
            <a:pathLst>
              <a:path w="27432" h="27432">
                <a:moveTo>
                  <a:pt x="0" y="0"/>
                </a:moveTo>
                <a:lnTo>
                  <a:pt x="27432" y="0"/>
                </a:lnTo>
                <a:lnTo>
                  <a:pt x="27432" y="27432"/>
                </a:lnTo>
                <a:lnTo>
                  <a:pt x="0" y="27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11758" y="3497066"/>
            <a:ext cx="11430" cy="18288"/>
          </a:xfrm>
          <a:custGeom>
            <a:avLst/>
            <a:gdLst/>
            <a:ahLst/>
            <a:cxnLst/>
            <a:rect l="l" t="t" r="r" b="b"/>
            <a:pathLst>
              <a:path w="11430" h="18288">
                <a:moveTo>
                  <a:pt x="0" y="0"/>
                </a:moveTo>
                <a:lnTo>
                  <a:pt x="11430" y="0"/>
                </a:lnTo>
                <a:lnTo>
                  <a:pt x="11430" y="18288"/>
                </a:lnTo>
                <a:lnTo>
                  <a:pt x="0" y="1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42102" y="3632921"/>
            <a:ext cx="18288" cy="32004"/>
          </a:xfrm>
          <a:custGeom>
            <a:avLst/>
            <a:gdLst/>
            <a:ahLst/>
            <a:cxnLst/>
            <a:rect l="l" t="t" r="r" b="b"/>
            <a:pathLst>
              <a:path w="18288" h="32004">
                <a:moveTo>
                  <a:pt x="0" y="0"/>
                </a:moveTo>
                <a:lnTo>
                  <a:pt x="18288" y="0"/>
                </a:lnTo>
                <a:lnTo>
                  <a:pt x="18288" y="32004"/>
                </a:lnTo>
                <a:lnTo>
                  <a:pt x="0" y="32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24445" y="3653961"/>
            <a:ext cx="16002" cy="11430"/>
          </a:xfrm>
          <a:custGeom>
            <a:avLst/>
            <a:gdLst/>
            <a:ahLst/>
            <a:cxnLst/>
            <a:rect l="l" t="t" r="r" b="b"/>
            <a:pathLst>
              <a:path w="16002" h="11430">
                <a:moveTo>
                  <a:pt x="0" y="0"/>
                </a:moveTo>
                <a:lnTo>
                  <a:pt x="16002" y="0"/>
                </a:lnTo>
                <a:lnTo>
                  <a:pt x="16002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28789" y="3646037"/>
            <a:ext cx="16002" cy="18288"/>
          </a:xfrm>
          <a:custGeom>
            <a:avLst/>
            <a:gdLst/>
            <a:ahLst/>
            <a:cxnLst/>
            <a:rect l="l" t="t" r="r" b="b"/>
            <a:pathLst>
              <a:path w="16002" h="18288">
                <a:moveTo>
                  <a:pt x="0" y="0"/>
                </a:moveTo>
                <a:lnTo>
                  <a:pt x="16002" y="0"/>
                </a:lnTo>
                <a:lnTo>
                  <a:pt x="16002" y="18288"/>
                </a:lnTo>
                <a:lnTo>
                  <a:pt x="0" y="1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21654" y="3615271"/>
            <a:ext cx="22860" cy="32004"/>
          </a:xfrm>
          <a:custGeom>
            <a:avLst/>
            <a:gdLst/>
            <a:ahLst/>
            <a:cxnLst/>
            <a:rect l="l" t="t" r="r" b="b"/>
            <a:pathLst>
              <a:path w="22860" h="32004">
                <a:moveTo>
                  <a:pt x="0" y="0"/>
                </a:moveTo>
                <a:lnTo>
                  <a:pt x="22860" y="0"/>
                </a:lnTo>
                <a:lnTo>
                  <a:pt x="22860" y="32004"/>
                </a:lnTo>
                <a:lnTo>
                  <a:pt x="0" y="32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84821" y="3490951"/>
            <a:ext cx="36576" cy="22860"/>
          </a:xfrm>
          <a:custGeom>
            <a:avLst/>
            <a:gdLst/>
            <a:ahLst/>
            <a:cxnLst/>
            <a:rect l="l" t="t" r="r" b="b"/>
            <a:pathLst>
              <a:path w="36576" h="22860">
                <a:moveTo>
                  <a:pt x="0" y="0"/>
                </a:moveTo>
                <a:lnTo>
                  <a:pt x="36576" y="0"/>
                </a:lnTo>
                <a:lnTo>
                  <a:pt x="36576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18534" y="3505171"/>
            <a:ext cx="11430" cy="100584"/>
          </a:xfrm>
          <a:custGeom>
            <a:avLst/>
            <a:gdLst/>
            <a:ahLst/>
            <a:cxnLst/>
            <a:rect l="l" t="t" r="r" b="b"/>
            <a:pathLst>
              <a:path w="11430" h="100584">
                <a:moveTo>
                  <a:pt x="0" y="0"/>
                </a:moveTo>
                <a:lnTo>
                  <a:pt x="11430" y="0"/>
                </a:lnTo>
                <a:lnTo>
                  <a:pt x="11430" y="100584"/>
                </a:lnTo>
                <a:lnTo>
                  <a:pt x="0" y="1005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11063" y="3504028"/>
            <a:ext cx="11430" cy="48006"/>
          </a:xfrm>
          <a:custGeom>
            <a:avLst/>
            <a:gdLst/>
            <a:ahLst/>
            <a:cxnLst/>
            <a:rect l="l" t="t" r="r" b="b"/>
            <a:pathLst>
              <a:path w="11430" h="48006">
                <a:moveTo>
                  <a:pt x="0" y="0"/>
                </a:moveTo>
                <a:lnTo>
                  <a:pt x="11430" y="0"/>
                </a:lnTo>
                <a:lnTo>
                  <a:pt x="11430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921610" y="3443926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61256" y="3547253"/>
            <a:ext cx="64008" cy="64008"/>
          </a:xfrm>
          <a:custGeom>
            <a:avLst/>
            <a:gdLst/>
            <a:ahLst/>
            <a:cxnLst/>
            <a:rect l="l" t="t" r="r" b="b"/>
            <a:pathLst>
              <a:path w="64008" h="64008">
                <a:moveTo>
                  <a:pt x="0" y="0"/>
                </a:moveTo>
                <a:lnTo>
                  <a:pt x="64008" y="0"/>
                </a:lnTo>
                <a:lnTo>
                  <a:pt x="64008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940908" y="3439392"/>
            <a:ext cx="48006" cy="11430"/>
          </a:xfrm>
          <a:custGeom>
            <a:avLst/>
            <a:gdLst/>
            <a:ahLst/>
            <a:cxnLst/>
            <a:rect l="l" t="t" r="r" b="b"/>
            <a:pathLst>
              <a:path w="48006" h="11430">
                <a:moveTo>
                  <a:pt x="0" y="0"/>
                </a:moveTo>
                <a:lnTo>
                  <a:pt x="48006" y="0"/>
                </a:lnTo>
                <a:lnTo>
                  <a:pt x="48006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42108" y="3490236"/>
            <a:ext cx="153162" cy="11430"/>
          </a:xfrm>
          <a:custGeom>
            <a:avLst/>
            <a:gdLst/>
            <a:ahLst/>
            <a:cxnLst/>
            <a:rect l="l" t="t" r="r" b="b"/>
            <a:pathLst>
              <a:path w="153162" h="11430">
                <a:moveTo>
                  <a:pt x="0" y="0"/>
                </a:moveTo>
                <a:lnTo>
                  <a:pt x="153162" y="0"/>
                </a:lnTo>
                <a:lnTo>
                  <a:pt x="153162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919848" y="3490465"/>
            <a:ext cx="32004" cy="25146"/>
          </a:xfrm>
          <a:custGeom>
            <a:avLst/>
            <a:gdLst/>
            <a:ahLst/>
            <a:cxnLst/>
            <a:rect l="l" t="t" r="r" b="b"/>
            <a:pathLst>
              <a:path w="32004" h="25146">
                <a:moveTo>
                  <a:pt x="0" y="0"/>
                </a:moveTo>
                <a:lnTo>
                  <a:pt x="32004" y="0"/>
                </a:lnTo>
                <a:lnTo>
                  <a:pt x="32004" y="25146"/>
                </a:lnTo>
                <a:lnTo>
                  <a:pt x="0" y="25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11729" y="3480664"/>
            <a:ext cx="11430" cy="27432"/>
          </a:xfrm>
          <a:custGeom>
            <a:avLst/>
            <a:gdLst/>
            <a:ahLst/>
            <a:cxnLst/>
            <a:rect l="l" t="t" r="r" b="b"/>
            <a:pathLst>
              <a:path w="11430" h="27432">
                <a:moveTo>
                  <a:pt x="0" y="0"/>
                </a:moveTo>
                <a:lnTo>
                  <a:pt x="11430" y="0"/>
                </a:lnTo>
                <a:lnTo>
                  <a:pt x="11430" y="27432"/>
                </a:lnTo>
                <a:lnTo>
                  <a:pt x="0" y="27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41518" y="3610947"/>
            <a:ext cx="107442" cy="11430"/>
          </a:xfrm>
          <a:custGeom>
            <a:avLst/>
            <a:gdLst/>
            <a:ahLst/>
            <a:cxnLst/>
            <a:rect l="l" t="t" r="r" b="b"/>
            <a:pathLst>
              <a:path w="107442" h="11430">
                <a:moveTo>
                  <a:pt x="0" y="0"/>
                </a:moveTo>
                <a:lnTo>
                  <a:pt x="107442" y="0"/>
                </a:lnTo>
                <a:lnTo>
                  <a:pt x="107442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03687" y="3457623"/>
            <a:ext cx="32004" cy="18288"/>
          </a:xfrm>
          <a:custGeom>
            <a:avLst/>
            <a:gdLst/>
            <a:ahLst/>
            <a:cxnLst/>
            <a:rect l="l" t="t" r="r" b="b"/>
            <a:pathLst>
              <a:path w="32004" h="18288">
                <a:moveTo>
                  <a:pt x="0" y="0"/>
                </a:moveTo>
                <a:lnTo>
                  <a:pt x="32004" y="0"/>
                </a:lnTo>
                <a:lnTo>
                  <a:pt x="32004" y="18288"/>
                </a:lnTo>
                <a:lnTo>
                  <a:pt x="0" y="1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024776" y="3464919"/>
            <a:ext cx="82296" cy="11430"/>
          </a:xfrm>
          <a:custGeom>
            <a:avLst/>
            <a:gdLst/>
            <a:ahLst/>
            <a:cxnLst/>
            <a:rect l="l" t="t" r="r" b="b"/>
            <a:pathLst>
              <a:path w="82296" h="11430">
                <a:moveTo>
                  <a:pt x="0" y="0"/>
                </a:moveTo>
                <a:lnTo>
                  <a:pt x="82296" y="0"/>
                </a:lnTo>
                <a:lnTo>
                  <a:pt x="82296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049217" y="3654390"/>
            <a:ext cx="86868" cy="11430"/>
          </a:xfrm>
          <a:custGeom>
            <a:avLst/>
            <a:gdLst/>
            <a:ahLst/>
            <a:cxnLst/>
            <a:rect l="l" t="t" r="r" b="b"/>
            <a:pathLst>
              <a:path w="86868" h="11430">
                <a:moveTo>
                  <a:pt x="0" y="0"/>
                </a:moveTo>
                <a:lnTo>
                  <a:pt x="86868" y="0"/>
                </a:lnTo>
                <a:lnTo>
                  <a:pt x="86868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133246" y="3636283"/>
            <a:ext cx="11430" cy="20574"/>
          </a:xfrm>
          <a:custGeom>
            <a:avLst/>
            <a:gdLst/>
            <a:ahLst/>
            <a:cxnLst/>
            <a:rect l="l" t="t" r="r" b="b"/>
            <a:pathLst>
              <a:path w="11430" h="20574">
                <a:moveTo>
                  <a:pt x="0" y="0"/>
                </a:moveTo>
                <a:lnTo>
                  <a:pt x="11430" y="0"/>
                </a:lnTo>
                <a:lnTo>
                  <a:pt x="11430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4075938" y="3148851"/>
            <a:ext cx="3278124" cy="2068830"/>
          </a:xfrm>
          <a:custGeom>
            <a:avLst/>
            <a:gdLst/>
            <a:ahLst/>
            <a:cxnLst/>
            <a:rect l="l" t="t" r="r" b="b"/>
            <a:pathLst>
              <a:path w="3278124" h="2068830">
                <a:moveTo>
                  <a:pt x="0" y="0"/>
                </a:moveTo>
                <a:lnTo>
                  <a:pt x="3278124" y="0"/>
                </a:lnTo>
                <a:lnTo>
                  <a:pt x="3278124" y="2068830"/>
                </a:lnTo>
                <a:lnTo>
                  <a:pt x="0" y="2068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4237863" y="3310966"/>
            <a:ext cx="477774" cy="477774"/>
            <a:chOff x="0" y="0"/>
            <a:chExt cx="637032" cy="63703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37032" cy="637032"/>
            </a:xfrm>
            <a:custGeom>
              <a:avLst/>
              <a:gdLst/>
              <a:ahLst/>
              <a:cxnLst/>
              <a:rect l="l" t="t" r="r" b="b"/>
              <a:pathLst>
                <a:path w="637032" h="637032">
                  <a:moveTo>
                    <a:pt x="0" y="0"/>
                  </a:moveTo>
                  <a:lnTo>
                    <a:pt x="637032" y="0"/>
                  </a:lnTo>
                  <a:lnTo>
                    <a:pt x="637032" y="637032"/>
                  </a:lnTo>
                  <a:lnTo>
                    <a:pt x="0" y="63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/>
              </a:stretch>
            </a:blipFill>
          </p:spPr>
        </p:sp>
      </p:grpSp>
      <p:sp>
        <p:nvSpPr>
          <p:cNvPr id="36" name="Freeform 36"/>
          <p:cNvSpPr/>
          <p:nvPr/>
        </p:nvSpPr>
        <p:spPr>
          <a:xfrm>
            <a:off x="4376918" y="3439392"/>
            <a:ext cx="98298" cy="45720"/>
          </a:xfrm>
          <a:custGeom>
            <a:avLst/>
            <a:gdLst/>
            <a:ahLst/>
            <a:cxnLst/>
            <a:rect l="l" t="t" r="r" b="b"/>
            <a:pathLst>
              <a:path w="98298" h="45720">
                <a:moveTo>
                  <a:pt x="0" y="0"/>
                </a:moveTo>
                <a:lnTo>
                  <a:pt x="98298" y="0"/>
                </a:lnTo>
                <a:lnTo>
                  <a:pt x="98298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4464987" y="3439316"/>
            <a:ext cx="98298" cy="45720"/>
          </a:xfrm>
          <a:custGeom>
            <a:avLst/>
            <a:gdLst/>
            <a:ahLst/>
            <a:cxnLst/>
            <a:rect l="l" t="t" r="r" b="b"/>
            <a:pathLst>
              <a:path w="98298" h="45720">
                <a:moveTo>
                  <a:pt x="0" y="0"/>
                </a:moveTo>
                <a:lnTo>
                  <a:pt x="98298" y="0"/>
                </a:lnTo>
                <a:lnTo>
                  <a:pt x="98298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4552340" y="3474472"/>
            <a:ext cx="11430" cy="25146"/>
          </a:xfrm>
          <a:custGeom>
            <a:avLst/>
            <a:gdLst/>
            <a:ahLst/>
            <a:cxnLst/>
            <a:rect l="l" t="t" r="r" b="b"/>
            <a:pathLst>
              <a:path w="11430" h="25146">
                <a:moveTo>
                  <a:pt x="0" y="0"/>
                </a:moveTo>
                <a:lnTo>
                  <a:pt x="11430" y="0"/>
                </a:lnTo>
                <a:lnTo>
                  <a:pt x="11430" y="25146"/>
                </a:lnTo>
                <a:lnTo>
                  <a:pt x="0" y="25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4542530" y="3506505"/>
            <a:ext cx="20574" cy="75438"/>
          </a:xfrm>
          <a:custGeom>
            <a:avLst/>
            <a:gdLst/>
            <a:ahLst/>
            <a:cxnLst/>
            <a:rect l="l" t="t" r="r" b="b"/>
            <a:pathLst>
              <a:path w="20574" h="75438">
                <a:moveTo>
                  <a:pt x="0" y="0"/>
                </a:moveTo>
                <a:lnTo>
                  <a:pt x="20574" y="0"/>
                </a:lnTo>
                <a:lnTo>
                  <a:pt x="20574" y="75438"/>
                </a:lnTo>
                <a:lnTo>
                  <a:pt x="0" y="75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4416876" y="3616909"/>
            <a:ext cx="57150" cy="48006"/>
          </a:xfrm>
          <a:custGeom>
            <a:avLst/>
            <a:gdLst/>
            <a:ahLst/>
            <a:cxnLst/>
            <a:rect l="l" t="t" r="r" b="b"/>
            <a:pathLst>
              <a:path w="57150" h="48006">
                <a:moveTo>
                  <a:pt x="0" y="0"/>
                </a:moveTo>
                <a:lnTo>
                  <a:pt x="57150" y="0"/>
                </a:lnTo>
                <a:lnTo>
                  <a:pt x="57150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4438012" y="3484816"/>
            <a:ext cx="64008" cy="36576"/>
          </a:xfrm>
          <a:custGeom>
            <a:avLst/>
            <a:gdLst/>
            <a:ahLst/>
            <a:cxnLst/>
            <a:rect l="l" t="t" r="r" b="b"/>
            <a:pathLst>
              <a:path w="64008" h="36576">
                <a:moveTo>
                  <a:pt x="0" y="0"/>
                </a:moveTo>
                <a:lnTo>
                  <a:pt x="64008" y="0"/>
                </a:lnTo>
                <a:lnTo>
                  <a:pt x="64008" y="36576"/>
                </a:lnTo>
                <a:lnTo>
                  <a:pt x="0" y="36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4377176" y="3509020"/>
            <a:ext cx="13716" cy="50292"/>
          </a:xfrm>
          <a:custGeom>
            <a:avLst/>
            <a:gdLst/>
            <a:ahLst/>
            <a:cxnLst/>
            <a:rect l="l" t="t" r="r" b="b"/>
            <a:pathLst>
              <a:path w="13716" h="50292">
                <a:moveTo>
                  <a:pt x="0" y="0"/>
                </a:moveTo>
                <a:lnTo>
                  <a:pt x="13716" y="0"/>
                </a:lnTo>
                <a:lnTo>
                  <a:pt x="13716" y="50292"/>
                </a:lnTo>
                <a:lnTo>
                  <a:pt x="0" y="502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4376176" y="3474625"/>
            <a:ext cx="11430" cy="16002"/>
          </a:xfrm>
          <a:custGeom>
            <a:avLst/>
            <a:gdLst/>
            <a:ahLst/>
            <a:cxnLst/>
            <a:rect l="l" t="t" r="r" b="b"/>
            <a:pathLst>
              <a:path w="11430" h="16002">
                <a:moveTo>
                  <a:pt x="0" y="0"/>
                </a:moveTo>
                <a:lnTo>
                  <a:pt x="11430" y="0"/>
                </a:lnTo>
                <a:lnTo>
                  <a:pt x="11430" y="16002"/>
                </a:lnTo>
                <a:lnTo>
                  <a:pt x="0" y="16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4424324" y="3582000"/>
            <a:ext cx="27432" cy="22860"/>
          </a:xfrm>
          <a:custGeom>
            <a:avLst/>
            <a:gdLst/>
            <a:ahLst/>
            <a:cxnLst/>
            <a:rect l="l" t="t" r="r" b="b"/>
            <a:pathLst>
              <a:path w="27432" h="22860">
                <a:moveTo>
                  <a:pt x="0" y="0"/>
                </a:moveTo>
                <a:lnTo>
                  <a:pt x="27432" y="0"/>
                </a:lnTo>
                <a:lnTo>
                  <a:pt x="27432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4491076" y="3577923"/>
            <a:ext cx="25146" cy="27432"/>
          </a:xfrm>
          <a:custGeom>
            <a:avLst/>
            <a:gdLst/>
            <a:ahLst/>
            <a:cxnLst/>
            <a:rect l="l" t="t" r="r" b="b"/>
            <a:pathLst>
              <a:path w="25146" h="27432">
                <a:moveTo>
                  <a:pt x="0" y="0"/>
                </a:moveTo>
                <a:lnTo>
                  <a:pt x="25146" y="0"/>
                </a:lnTo>
                <a:lnTo>
                  <a:pt x="25146" y="27432"/>
                </a:lnTo>
                <a:lnTo>
                  <a:pt x="0" y="27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4463701" y="3654171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4464301" y="3654333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4464872" y="3654400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4428563" y="3527574"/>
            <a:ext cx="82296" cy="11430"/>
          </a:xfrm>
          <a:custGeom>
            <a:avLst/>
            <a:gdLst/>
            <a:ahLst/>
            <a:cxnLst/>
            <a:rect l="l" t="t" r="r" b="b"/>
            <a:pathLst>
              <a:path w="82296" h="11430">
                <a:moveTo>
                  <a:pt x="0" y="0"/>
                </a:moveTo>
                <a:lnTo>
                  <a:pt x="82296" y="0"/>
                </a:lnTo>
                <a:lnTo>
                  <a:pt x="82296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4428353" y="3527841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4427734" y="3528136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4426839" y="3528727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4426048" y="3529374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4425639" y="3529822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4425296" y="3530317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4424572" y="3530746"/>
            <a:ext cx="11430" cy="61722"/>
          </a:xfrm>
          <a:custGeom>
            <a:avLst/>
            <a:gdLst/>
            <a:ahLst/>
            <a:cxnLst/>
            <a:rect l="l" t="t" r="r" b="b"/>
            <a:pathLst>
              <a:path w="11430" h="61722">
                <a:moveTo>
                  <a:pt x="0" y="0"/>
                </a:moveTo>
                <a:lnTo>
                  <a:pt x="11430" y="0"/>
                </a:lnTo>
                <a:lnTo>
                  <a:pt x="11430" y="61722"/>
                </a:lnTo>
                <a:lnTo>
                  <a:pt x="0" y="617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4504249" y="3532394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4503591" y="3530956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4502868" y="3529794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4502296" y="3529146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4501648" y="3528612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4500934" y="3528155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4499943" y="3527698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4461015" y="3560864"/>
            <a:ext cx="13716" cy="13716"/>
          </a:xfrm>
          <a:custGeom>
            <a:avLst/>
            <a:gdLst/>
            <a:ahLst/>
            <a:cxnLst/>
            <a:rect l="l" t="t" r="r" b="b"/>
            <a:pathLst>
              <a:path w="13716" h="13716">
                <a:moveTo>
                  <a:pt x="0" y="0"/>
                </a:moveTo>
                <a:lnTo>
                  <a:pt x="13716" y="0"/>
                </a:lnTo>
                <a:lnTo>
                  <a:pt x="13716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4460415" y="3560750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a:blipFill>
        </p:spPr>
      </p:sp>
      <p:sp>
        <p:nvSpPr>
          <p:cNvPr id="66" name="Freeform 66"/>
          <p:cNvSpPr/>
          <p:nvPr/>
        </p:nvSpPr>
        <p:spPr>
          <a:xfrm>
            <a:off x="4459710" y="3560054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/>
            </a:stretch>
          </a:blipFill>
        </p:spPr>
      </p:sp>
      <p:sp>
        <p:nvSpPr>
          <p:cNvPr id="67" name="Freeform 67"/>
          <p:cNvSpPr/>
          <p:nvPr/>
        </p:nvSpPr>
        <p:spPr>
          <a:xfrm>
            <a:off x="4459014" y="3559188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a:blipFill>
        </p:spPr>
      </p:sp>
      <p:sp>
        <p:nvSpPr>
          <p:cNvPr id="68" name="Freeform 68"/>
          <p:cNvSpPr/>
          <p:nvPr/>
        </p:nvSpPr>
        <p:spPr>
          <a:xfrm>
            <a:off x="4458491" y="3558273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69"/>
          <p:cNvSpPr/>
          <p:nvPr/>
        </p:nvSpPr>
        <p:spPr>
          <a:xfrm>
            <a:off x="4458148" y="3557359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70"/>
          <p:cNvSpPr/>
          <p:nvPr/>
        </p:nvSpPr>
        <p:spPr>
          <a:xfrm>
            <a:off x="4457957" y="3556464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a:blipFill>
        </p:spPr>
      </p:sp>
      <p:sp>
        <p:nvSpPr>
          <p:cNvPr id="71" name="Freeform 71"/>
          <p:cNvSpPr/>
          <p:nvPr/>
        </p:nvSpPr>
        <p:spPr>
          <a:xfrm>
            <a:off x="4457891" y="3555587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/>
            </a:stretch>
          </a:blipFill>
        </p:spPr>
      </p:sp>
      <p:sp>
        <p:nvSpPr>
          <p:cNvPr id="72" name="Freeform 72"/>
          <p:cNvSpPr/>
          <p:nvPr/>
        </p:nvSpPr>
        <p:spPr>
          <a:xfrm>
            <a:off x="4457948" y="3554730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/>
            </a:stretch>
          </a:blipFill>
        </p:spPr>
      </p:sp>
      <p:sp>
        <p:nvSpPr>
          <p:cNvPr id="73" name="Freeform 73"/>
          <p:cNvSpPr/>
          <p:nvPr/>
        </p:nvSpPr>
        <p:spPr>
          <a:xfrm>
            <a:off x="4458119" y="3553873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/>
            </a:stretch>
          </a:blipFill>
        </p:spPr>
      </p:sp>
      <p:sp>
        <p:nvSpPr>
          <p:cNvPr id="74" name="Freeform 74"/>
          <p:cNvSpPr/>
          <p:nvPr/>
        </p:nvSpPr>
        <p:spPr>
          <a:xfrm>
            <a:off x="4458433" y="3553006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/>
            </a:stretch>
          </a:blipFill>
        </p:spPr>
      </p:sp>
      <p:sp>
        <p:nvSpPr>
          <p:cNvPr id="75" name="Freeform 75"/>
          <p:cNvSpPr/>
          <p:nvPr/>
        </p:nvSpPr>
        <p:spPr>
          <a:xfrm>
            <a:off x="4458881" y="3552158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/>
            </a:stretch>
          </a:blipFill>
        </p:spPr>
      </p:sp>
      <p:sp>
        <p:nvSpPr>
          <p:cNvPr id="76" name="Freeform 76"/>
          <p:cNvSpPr/>
          <p:nvPr/>
        </p:nvSpPr>
        <p:spPr>
          <a:xfrm>
            <a:off x="4459462" y="3551349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/>
            </a:stretch>
          </a:blipFill>
        </p:spPr>
      </p:sp>
      <p:sp>
        <p:nvSpPr>
          <p:cNvPr id="77" name="Freeform 77"/>
          <p:cNvSpPr/>
          <p:nvPr/>
        </p:nvSpPr>
        <p:spPr>
          <a:xfrm>
            <a:off x="4460167" y="3550634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/>
            </a:stretch>
          </a:blipFill>
        </p:spPr>
      </p:sp>
      <p:sp>
        <p:nvSpPr>
          <p:cNvPr id="78" name="Freeform 78"/>
          <p:cNvSpPr/>
          <p:nvPr/>
        </p:nvSpPr>
        <p:spPr>
          <a:xfrm>
            <a:off x="4460958" y="3550034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tretch>
              <a:fillRect/>
            </a:stretch>
          </a:blipFill>
        </p:spPr>
      </p:sp>
      <p:sp>
        <p:nvSpPr>
          <p:cNvPr id="79" name="Freeform 79"/>
          <p:cNvSpPr/>
          <p:nvPr/>
        </p:nvSpPr>
        <p:spPr>
          <a:xfrm>
            <a:off x="4461786" y="3549577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/>
            </a:stretch>
          </a:blipFill>
        </p:spPr>
      </p:sp>
      <p:sp>
        <p:nvSpPr>
          <p:cNvPr id="80" name="Freeform 80"/>
          <p:cNvSpPr/>
          <p:nvPr/>
        </p:nvSpPr>
        <p:spPr>
          <a:xfrm>
            <a:off x="4462605" y="3549263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/>
            </a:stretch>
          </a:blipFill>
        </p:spPr>
      </p:sp>
      <p:sp>
        <p:nvSpPr>
          <p:cNvPr id="81" name="Freeform 81"/>
          <p:cNvSpPr/>
          <p:nvPr/>
        </p:nvSpPr>
        <p:spPr>
          <a:xfrm>
            <a:off x="4463377" y="3549082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/>
            </a:stretch>
          </a:blipFill>
        </p:spPr>
      </p:sp>
      <p:sp>
        <p:nvSpPr>
          <p:cNvPr id="82" name="Freeform 82"/>
          <p:cNvSpPr/>
          <p:nvPr/>
        </p:nvSpPr>
        <p:spPr>
          <a:xfrm>
            <a:off x="4464072" y="3549005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/>
            </a:stretch>
          </a:blipFill>
        </p:spPr>
      </p:sp>
      <p:sp>
        <p:nvSpPr>
          <p:cNvPr id="83" name="Freeform 83"/>
          <p:cNvSpPr/>
          <p:nvPr/>
        </p:nvSpPr>
        <p:spPr>
          <a:xfrm>
            <a:off x="4464910" y="3549025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/>
            </a:stretch>
          </a:blipFill>
        </p:spPr>
      </p:sp>
      <p:sp>
        <p:nvSpPr>
          <p:cNvPr id="84" name="Freeform 84"/>
          <p:cNvSpPr/>
          <p:nvPr/>
        </p:nvSpPr>
        <p:spPr>
          <a:xfrm>
            <a:off x="4466349" y="3549358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/>
            </a:stretch>
          </a:blipFill>
        </p:spPr>
      </p:sp>
      <p:sp>
        <p:nvSpPr>
          <p:cNvPr id="85" name="Freeform 85"/>
          <p:cNvSpPr/>
          <p:nvPr/>
        </p:nvSpPr>
        <p:spPr>
          <a:xfrm>
            <a:off x="4467530" y="3549767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/>
            </a:stretch>
          </a:blipFill>
        </p:spPr>
      </p:sp>
      <p:sp>
        <p:nvSpPr>
          <p:cNvPr id="86" name="Freeform 86"/>
          <p:cNvSpPr/>
          <p:nvPr/>
        </p:nvSpPr>
        <p:spPr>
          <a:xfrm>
            <a:off x="4467987" y="3550044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4"/>
                </a:ext>
              </a:extLst>
            </a:blip>
            <a:stretch>
              <a:fillRect/>
            </a:stretch>
          </a:blipFill>
        </p:spPr>
      </p:sp>
      <p:sp>
        <p:nvSpPr>
          <p:cNvPr id="87" name="Freeform 87"/>
          <p:cNvSpPr/>
          <p:nvPr/>
        </p:nvSpPr>
        <p:spPr>
          <a:xfrm>
            <a:off x="4468520" y="3550996"/>
            <a:ext cx="13716" cy="16002"/>
          </a:xfrm>
          <a:custGeom>
            <a:avLst/>
            <a:gdLst/>
            <a:ahLst/>
            <a:cxnLst/>
            <a:rect l="l" t="t" r="r" b="b"/>
            <a:pathLst>
              <a:path w="13716" h="16002">
                <a:moveTo>
                  <a:pt x="0" y="0"/>
                </a:moveTo>
                <a:lnTo>
                  <a:pt x="13716" y="0"/>
                </a:lnTo>
                <a:lnTo>
                  <a:pt x="13716" y="16002"/>
                </a:lnTo>
                <a:lnTo>
                  <a:pt x="0" y="16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/>
            </a:stretch>
          </a:blipFill>
        </p:spPr>
      </p:sp>
      <p:sp>
        <p:nvSpPr>
          <p:cNvPr id="88" name="Freeform 88"/>
          <p:cNvSpPr/>
          <p:nvPr/>
        </p:nvSpPr>
        <p:spPr>
          <a:xfrm>
            <a:off x="4470711" y="3556397"/>
            <a:ext cx="11430" cy="13716"/>
          </a:xfrm>
          <a:custGeom>
            <a:avLst/>
            <a:gdLst/>
            <a:ahLst/>
            <a:cxnLst/>
            <a:rect l="l" t="t" r="r" b="b"/>
            <a:pathLst>
              <a:path w="11430" h="13716">
                <a:moveTo>
                  <a:pt x="0" y="0"/>
                </a:moveTo>
                <a:lnTo>
                  <a:pt x="11430" y="0"/>
                </a:lnTo>
                <a:lnTo>
                  <a:pt x="11430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6"/>
                </a:ext>
              </a:extLst>
            </a:blip>
            <a:stretch>
              <a:fillRect/>
            </a:stretch>
          </a:blipFill>
        </p:spPr>
      </p:sp>
      <p:sp>
        <p:nvSpPr>
          <p:cNvPr id="89" name="Freeform 89"/>
          <p:cNvSpPr/>
          <p:nvPr/>
        </p:nvSpPr>
        <p:spPr>
          <a:xfrm>
            <a:off x="4470206" y="3558997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/>
            </a:stretch>
          </a:blipFill>
        </p:spPr>
      </p:sp>
      <p:sp>
        <p:nvSpPr>
          <p:cNvPr id="90" name="Freeform 90"/>
          <p:cNvSpPr/>
          <p:nvPr/>
        </p:nvSpPr>
        <p:spPr>
          <a:xfrm>
            <a:off x="4469902" y="3559473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8"/>
                </a:ext>
              </a:extLst>
            </a:blip>
            <a:stretch>
              <a:fillRect/>
            </a:stretch>
          </a:blipFill>
        </p:spPr>
      </p:sp>
      <p:sp>
        <p:nvSpPr>
          <p:cNvPr id="91" name="Freeform 91"/>
          <p:cNvSpPr/>
          <p:nvPr/>
        </p:nvSpPr>
        <p:spPr>
          <a:xfrm>
            <a:off x="4469349" y="3560102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/>
            </a:stretch>
          </a:blipFill>
        </p:spPr>
      </p:sp>
      <p:sp>
        <p:nvSpPr>
          <p:cNvPr id="92" name="Freeform 92"/>
          <p:cNvSpPr/>
          <p:nvPr/>
        </p:nvSpPr>
        <p:spPr>
          <a:xfrm>
            <a:off x="4552369" y="3489427"/>
            <a:ext cx="11430" cy="27432"/>
          </a:xfrm>
          <a:custGeom>
            <a:avLst/>
            <a:gdLst/>
            <a:ahLst/>
            <a:cxnLst/>
            <a:rect l="l" t="t" r="r" b="b"/>
            <a:pathLst>
              <a:path w="11430" h="27432">
                <a:moveTo>
                  <a:pt x="0" y="0"/>
                </a:moveTo>
                <a:lnTo>
                  <a:pt x="11430" y="0"/>
                </a:lnTo>
                <a:lnTo>
                  <a:pt x="11430" y="27432"/>
                </a:lnTo>
                <a:lnTo>
                  <a:pt x="0" y="27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0"/>
                </a:ext>
              </a:extLst>
            </a:blip>
            <a:stretch>
              <a:fillRect/>
            </a:stretch>
          </a:blipFill>
        </p:spPr>
      </p:sp>
      <p:sp>
        <p:nvSpPr>
          <p:cNvPr id="93" name="Freeform 93"/>
          <p:cNvSpPr/>
          <p:nvPr/>
        </p:nvSpPr>
        <p:spPr>
          <a:xfrm>
            <a:off x="4468492" y="3560855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/>
            </a:stretch>
          </a:blipFill>
        </p:spPr>
      </p:sp>
      <p:sp>
        <p:nvSpPr>
          <p:cNvPr id="94" name="Freeform 94"/>
          <p:cNvSpPr/>
          <p:nvPr/>
        </p:nvSpPr>
        <p:spPr>
          <a:xfrm>
            <a:off x="4467530" y="3561445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2"/>
                </a:ext>
              </a:extLst>
            </a:blip>
            <a:stretch>
              <a:fillRect/>
            </a:stretch>
          </a:blipFill>
        </p:spPr>
      </p:sp>
      <p:sp>
        <p:nvSpPr>
          <p:cNvPr id="95" name="Freeform 95"/>
          <p:cNvSpPr/>
          <p:nvPr/>
        </p:nvSpPr>
        <p:spPr>
          <a:xfrm>
            <a:off x="4491409" y="3510629"/>
            <a:ext cx="11430" cy="27432"/>
          </a:xfrm>
          <a:custGeom>
            <a:avLst/>
            <a:gdLst/>
            <a:ahLst/>
            <a:cxnLst/>
            <a:rect l="l" t="t" r="r" b="b"/>
            <a:pathLst>
              <a:path w="11430" h="27432">
                <a:moveTo>
                  <a:pt x="0" y="0"/>
                </a:moveTo>
                <a:lnTo>
                  <a:pt x="11430" y="0"/>
                </a:lnTo>
                <a:lnTo>
                  <a:pt x="11430" y="27432"/>
                </a:lnTo>
                <a:lnTo>
                  <a:pt x="0" y="27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/>
            </a:stretch>
          </a:blipFill>
        </p:spPr>
      </p:sp>
      <p:sp>
        <p:nvSpPr>
          <p:cNvPr id="96" name="Freeform 96"/>
          <p:cNvSpPr/>
          <p:nvPr/>
        </p:nvSpPr>
        <p:spPr>
          <a:xfrm>
            <a:off x="4464529" y="3562217"/>
            <a:ext cx="13716" cy="11430"/>
          </a:xfrm>
          <a:custGeom>
            <a:avLst/>
            <a:gdLst/>
            <a:ahLst/>
            <a:cxnLst/>
            <a:rect l="l" t="t" r="r" b="b"/>
            <a:pathLst>
              <a:path w="13716" h="11430">
                <a:moveTo>
                  <a:pt x="0" y="0"/>
                </a:moveTo>
                <a:lnTo>
                  <a:pt x="13716" y="0"/>
                </a:lnTo>
                <a:lnTo>
                  <a:pt x="13716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4"/>
                </a:ext>
              </a:extLst>
            </a:blip>
            <a:stretch>
              <a:fillRect/>
            </a:stretch>
          </a:blipFill>
        </p:spPr>
      </p:sp>
      <p:sp>
        <p:nvSpPr>
          <p:cNvPr id="97" name="Freeform 97"/>
          <p:cNvSpPr/>
          <p:nvPr/>
        </p:nvSpPr>
        <p:spPr>
          <a:xfrm>
            <a:off x="4464348" y="3563379"/>
            <a:ext cx="11430" cy="22860"/>
          </a:xfrm>
          <a:custGeom>
            <a:avLst/>
            <a:gdLst/>
            <a:ahLst/>
            <a:cxnLst/>
            <a:rect l="l" t="t" r="r" b="b"/>
            <a:pathLst>
              <a:path w="11430" h="22860">
                <a:moveTo>
                  <a:pt x="0" y="0"/>
                </a:moveTo>
                <a:lnTo>
                  <a:pt x="11430" y="0"/>
                </a:lnTo>
                <a:lnTo>
                  <a:pt x="11430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/>
            </a:stretch>
          </a:blipFill>
        </p:spPr>
      </p:sp>
      <p:sp>
        <p:nvSpPr>
          <p:cNvPr id="98" name="Freeform 98"/>
          <p:cNvSpPr/>
          <p:nvPr/>
        </p:nvSpPr>
        <p:spPr>
          <a:xfrm>
            <a:off x="4499924" y="3571846"/>
            <a:ext cx="52578" cy="68580"/>
          </a:xfrm>
          <a:custGeom>
            <a:avLst/>
            <a:gdLst/>
            <a:ahLst/>
            <a:cxnLst/>
            <a:rect l="l" t="t" r="r" b="b"/>
            <a:pathLst>
              <a:path w="52578" h="68580">
                <a:moveTo>
                  <a:pt x="0" y="0"/>
                </a:moveTo>
                <a:lnTo>
                  <a:pt x="52578" y="0"/>
                </a:lnTo>
                <a:lnTo>
                  <a:pt x="52578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6"/>
                </a:ext>
              </a:extLst>
            </a:blip>
            <a:stretch>
              <a:fillRect/>
            </a:stretch>
          </a:blipFill>
        </p:spPr>
      </p:sp>
      <p:sp>
        <p:nvSpPr>
          <p:cNvPr id="99" name="Freeform 99"/>
          <p:cNvSpPr/>
          <p:nvPr/>
        </p:nvSpPr>
        <p:spPr>
          <a:xfrm>
            <a:off x="4437250" y="3510934"/>
            <a:ext cx="11430" cy="27432"/>
          </a:xfrm>
          <a:custGeom>
            <a:avLst/>
            <a:gdLst/>
            <a:ahLst/>
            <a:cxnLst/>
            <a:rect l="l" t="t" r="r" b="b"/>
            <a:pathLst>
              <a:path w="11430" h="27432">
                <a:moveTo>
                  <a:pt x="0" y="0"/>
                </a:moveTo>
                <a:lnTo>
                  <a:pt x="11430" y="0"/>
                </a:lnTo>
                <a:lnTo>
                  <a:pt x="11430" y="27432"/>
                </a:lnTo>
                <a:lnTo>
                  <a:pt x="0" y="27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/>
            </a:stretch>
          </a:blipFill>
        </p:spPr>
      </p:sp>
      <p:sp>
        <p:nvSpPr>
          <p:cNvPr id="100" name="Freeform 100"/>
          <p:cNvSpPr/>
          <p:nvPr/>
        </p:nvSpPr>
        <p:spPr>
          <a:xfrm>
            <a:off x="4466139" y="3629444"/>
            <a:ext cx="43434" cy="36576"/>
          </a:xfrm>
          <a:custGeom>
            <a:avLst/>
            <a:gdLst/>
            <a:ahLst/>
            <a:cxnLst/>
            <a:rect l="l" t="t" r="r" b="b"/>
            <a:pathLst>
              <a:path w="43434" h="36576">
                <a:moveTo>
                  <a:pt x="0" y="0"/>
                </a:moveTo>
                <a:lnTo>
                  <a:pt x="43434" y="0"/>
                </a:lnTo>
                <a:lnTo>
                  <a:pt x="43434" y="36576"/>
                </a:lnTo>
                <a:lnTo>
                  <a:pt x="0" y="36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8"/>
                </a:ext>
              </a:extLst>
            </a:blip>
            <a:stretch>
              <a:fillRect/>
            </a:stretch>
          </a:blipFill>
        </p:spPr>
      </p:sp>
      <p:sp>
        <p:nvSpPr>
          <p:cNvPr id="101" name="Freeform 101"/>
          <p:cNvSpPr/>
          <p:nvPr/>
        </p:nvSpPr>
        <p:spPr>
          <a:xfrm>
            <a:off x="4381071" y="3548958"/>
            <a:ext cx="45720" cy="77724"/>
          </a:xfrm>
          <a:custGeom>
            <a:avLst/>
            <a:gdLst/>
            <a:ahLst/>
            <a:cxnLst/>
            <a:rect l="l" t="t" r="r" b="b"/>
            <a:pathLst>
              <a:path w="45720" h="77724">
                <a:moveTo>
                  <a:pt x="0" y="0"/>
                </a:moveTo>
                <a:lnTo>
                  <a:pt x="45720" y="0"/>
                </a:lnTo>
                <a:lnTo>
                  <a:pt x="45720" y="77724"/>
                </a:lnTo>
                <a:lnTo>
                  <a:pt x="0" y="77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/>
            </a:stretch>
          </a:blipFill>
        </p:spPr>
      </p:sp>
      <p:sp>
        <p:nvSpPr>
          <p:cNvPr id="102" name="Freeform 102"/>
          <p:cNvSpPr/>
          <p:nvPr/>
        </p:nvSpPr>
        <p:spPr>
          <a:xfrm>
            <a:off x="4376299" y="3480797"/>
            <a:ext cx="11430" cy="38862"/>
          </a:xfrm>
          <a:custGeom>
            <a:avLst/>
            <a:gdLst/>
            <a:ahLst/>
            <a:cxnLst/>
            <a:rect l="l" t="t" r="r" b="b"/>
            <a:pathLst>
              <a:path w="11430" h="38862">
                <a:moveTo>
                  <a:pt x="0" y="0"/>
                </a:moveTo>
                <a:lnTo>
                  <a:pt x="11430" y="0"/>
                </a:lnTo>
                <a:lnTo>
                  <a:pt x="11430" y="38862"/>
                </a:lnTo>
                <a:lnTo>
                  <a:pt x="0" y="38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0"/>
                </a:ext>
              </a:extLst>
            </a:blip>
            <a:stretch>
              <a:fillRect/>
            </a:stretch>
          </a:blipFill>
        </p:spPr>
      </p:sp>
      <p:sp>
        <p:nvSpPr>
          <p:cNvPr id="103" name="Freeform 103"/>
          <p:cNvSpPr/>
          <p:nvPr/>
        </p:nvSpPr>
        <p:spPr>
          <a:xfrm>
            <a:off x="4440746" y="3594249"/>
            <a:ext cx="61722" cy="11430"/>
          </a:xfrm>
          <a:custGeom>
            <a:avLst/>
            <a:gdLst/>
            <a:ahLst/>
            <a:cxnLst/>
            <a:rect l="l" t="t" r="r" b="b"/>
            <a:pathLst>
              <a:path w="61722" h="11430">
                <a:moveTo>
                  <a:pt x="0" y="0"/>
                </a:moveTo>
                <a:lnTo>
                  <a:pt x="61722" y="0"/>
                </a:lnTo>
                <a:lnTo>
                  <a:pt x="61722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/>
            </a:stretch>
          </a:blipFill>
        </p:spPr>
      </p:sp>
      <p:sp>
        <p:nvSpPr>
          <p:cNvPr id="104" name="Freeform 104"/>
          <p:cNvSpPr/>
          <p:nvPr/>
        </p:nvSpPr>
        <p:spPr>
          <a:xfrm>
            <a:off x="4504592" y="3533594"/>
            <a:ext cx="11430" cy="54864"/>
          </a:xfrm>
          <a:custGeom>
            <a:avLst/>
            <a:gdLst/>
            <a:ahLst/>
            <a:cxnLst/>
            <a:rect l="l" t="t" r="r" b="b"/>
            <a:pathLst>
              <a:path w="11430" h="54864">
                <a:moveTo>
                  <a:pt x="0" y="0"/>
                </a:moveTo>
                <a:lnTo>
                  <a:pt x="11430" y="0"/>
                </a:lnTo>
                <a:lnTo>
                  <a:pt x="11430" y="54864"/>
                </a:lnTo>
                <a:lnTo>
                  <a:pt x="0" y="5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2"/>
                </a:ext>
              </a:extLst>
            </a:blip>
            <a:stretch>
              <a:fillRect/>
            </a:stretch>
          </a:blipFill>
        </p:spPr>
      </p:sp>
      <p:sp>
        <p:nvSpPr>
          <p:cNvPr id="105" name="Freeform 105"/>
          <p:cNvSpPr/>
          <p:nvPr/>
        </p:nvSpPr>
        <p:spPr>
          <a:xfrm>
            <a:off x="7514463" y="3148851"/>
            <a:ext cx="3278124" cy="2068830"/>
          </a:xfrm>
          <a:custGeom>
            <a:avLst/>
            <a:gdLst/>
            <a:ahLst/>
            <a:cxnLst/>
            <a:rect l="l" t="t" r="r" b="b"/>
            <a:pathLst>
              <a:path w="3278124" h="2068830">
                <a:moveTo>
                  <a:pt x="0" y="0"/>
                </a:moveTo>
                <a:lnTo>
                  <a:pt x="3278124" y="0"/>
                </a:lnTo>
                <a:lnTo>
                  <a:pt x="3278124" y="2068830"/>
                </a:lnTo>
                <a:lnTo>
                  <a:pt x="0" y="2068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/>
            </a:stretch>
          </a:blipFill>
        </p:spPr>
      </p:sp>
      <p:grpSp>
        <p:nvGrpSpPr>
          <p:cNvPr id="106" name="Group 106"/>
          <p:cNvGrpSpPr/>
          <p:nvPr/>
        </p:nvGrpSpPr>
        <p:grpSpPr>
          <a:xfrm>
            <a:off x="7676388" y="3310966"/>
            <a:ext cx="477774" cy="477774"/>
            <a:chOff x="0" y="0"/>
            <a:chExt cx="637032" cy="637032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637032" cy="637032"/>
            </a:xfrm>
            <a:custGeom>
              <a:avLst/>
              <a:gdLst/>
              <a:ahLst/>
              <a:cxnLst/>
              <a:rect l="l" t="t" r="r" b="b"/>
              <a:pathLst>
                <a:path w="637032" h="637032">
                  <a:moveTo>
                    <a:pt x="0" y="0"/>
                  </a:moveTo>
                  <a:lnTo>
                    <a:pt x="637032" y="0"/>
                  </a:lnTo>
                  <a:lnTo>
                    <a:pt x="637032" y="637032"/>
                  </a:lnTo>
                  <a:lnTo>
                    <a:pt x="0" y="63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4"/>
              <a:stretch>
                <a:fillRect/>
              </a:stretch>
            </a:blipFill>
          </p:spPr>
        </p:sp>
      </p:grpSp>
      <p:sp>
        <p:nvSpPr>
          <p:cNvPr id="108" name="Freeform 108"/>
          <p:cNvSpPr/>
          <p:nvPr/>
        </p:nvSpPr>
        <p:spPr>
          <a:xfrm>
            <a:off x="7902816" y="3440116"/>
            <a:ext cx="112014" cy="112014"/>
          </a:xfrm>
          <a:custGeom>
            <a:avLst/>
            <a:gdLst/>
            <a:ahLst/>
            <a:cxnLst/>
            <a:rect l="l" t="t" r="r" b="b"/>
            <a:pathLst>
              <a:path w="112014" h="112014">
                <a:moveTo>
                  <a:pt x="0" y="0"/>
                </a:moveTo>
                <a:lnTo>
                  <a:pt x="112014" y="0"/>
                </a:lnTo>
                <a:lnTo>
                  <a:pt x="112014" y="112014"/>
                </a:lnTo>
                <a:lnTo>
                  <a:pt x="0" y="1120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/>
            </a:stretch>
          </a:blipFill>
        </p:spPr>
      </p:sp>
      <p:sp>
        <p:nvSpPr>
          <p:cNvPr id="109" name="Freeform 109"/>
          <p:cNvSpPr/>
          <p:nvPr/>
        </p:nvSpPr>
        <p:spPr>
          <a:xfrm>
            <a:off x="7903340" y="3541919"/>
            <a:ext cx="112014" cy="123444"/>
          </a:xfrm>
          <a:custGeom>
            <a:avLst/>
            <a:gdLst/>
            <a:ahLst/>
            <a:cxnLst/>
            <a:rect l="l" t="t" r="r" b="b"/>
            <a:pathLst>
              <a:path w="112014" h="123444">
                <a:moveTo>
                  <a:pt x="0" y="0"/>
                </a:moveTo>
                <a:lnTo>
                  <a:pt x="112014" y="0"/>
                </a:lnTo>
                <a:lnTo>
                  <a:pt x="112014" y="123444"/>
                </a:lnTo>
                <a:lnTo>
                  <a:pt x="0" y="123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6"/>
                </a:ext>
              </a:extLst>
            </a:blip>
            <a:stretch>
              <a:fillRect/>
            </a:stretch>
          </a:blipFill>
        </p:spPr>
      </p:sp>
      <p:sp>
        <p:nvSpPr>
          <p:cNvPr id="110" name="Freeform 110"/>
          <p:cNvSpPr/>
          <p:nvPr/>
        </p:nvSpPr>
        <p:spPr>
          <a:xfrm>
            <a:off x="7831226" y="3440020"/>
            <a:ext cx="82296" cy="52578"/>
          </a:xfrm>
          <a:custGeom>
            <a:avLst/>
            <a:gdLst/>
            <a:ahLst/>
            <a:cxnLst/>
            <a:rect l="l" t="t" r="r" b="b"/>
            <a:pathLst>
              <a:path w="82296" h="52578">
                <a:moveTo>
                  <a:pt x="0" y="0"/>
                </a:moveTo>
                <a:lnTo>
                  <a:pt x="82296" y="0"/>
                </a:lnTo>
                <a:lnTo>
                  <a:pt x="82296" y="52578"/>
                </a:lnTo>
                <a:lnTo>
                  <a:pt x="0" y="52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/>
            </a:stretch>
          </a:blipFill>
        </p:spPr>
      </p:sp>
      <p:sp>
        <p:nvSpPr>
          <p:cNvPr id="111" name="Freeform 111"/>
          <p:cNvSpPr/>
          <p:nvPr/>
        </p:nvSpPr>
        <p:spPr>
          <a:xfrm>
            <a:off x="7801651" y="3541947"/>
            <a:ext cx="112014" cy="123444"/>
          </a:xfrm>
          <a:custGeom>
            <a:avLst/>
            <a:gdLst/>
            <a:ahLst/>
            <a:cxnLst/>
            <a:rect l="l" t="t" r="r" b="b"/>
            <a:pathLst>
              <a:path w="112014" h="123444">
                <a:moveTo>
                  <a:pt x="0" y="0"/>
                </a:moveTo>
                <a:lnTo>
                  <a:pt x="112014" y="0"/>
                </a:lnTo>
                <a:lnTo>
                  <a:pt x="112014" y="123444"/>
                </a:lnTo>
                <a:lnTo>
                  <a:pt x="0" y="123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8"/>
                </a:ext>
              </a:extLst>
            </a:blip>
            <a:stretch>
              <a:fillRect/>
            </a:stretch>
          </a:blipFill>
        </p:spPr>
      </p:sp>
      <p:sp>
        <p:nvSpPr>
          <p:cNvPr id="112" name="Freeform 112"/>
          <p:cNvSpPr/>
          <p:nvPr/>
        </p:nvSpPr>
        <p:spPr>
          <a:xfrm>
            <a:off x="7802566" y="3476882"/>
            <a:ext cx="38862" cy="52578"/>
          </a:xfrm>
          <a:custGeom>
            <a:avLst/>
            <a:gdLst/>
            <a:ahLst/>
            <a:cxnLst/>
            <a:rect l="l" t="t" r="r" b="b"/>
            <a:pathLst>
              <a:path w="38862" h="52578">
                <a:moveTo>
                  <a:pt x="0" y="0"/>
                </a:moveTo>
                <a:lnTo>
                  <a:pt x="38862" y="0"/>
                </a:lnTo>
                <a:lnTo>
                  <a:pt x="38862" y="52578"/>
                </a:lnTo>
                <a:lnTo>
                  <a:pt x="0" y="52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/>
            </a:stretch>
          </a:blipFill>
        </p:spPr>
      </p:sp>
      <p:sp>
        <p:nvSpPr>
          <p:cNvPr id="113" name="Freeform 113"/>
          <p:cNvSpPr/>
          <p:nvPr/>
        </p:nvSpPr>
        <p:spPr>
          <a:xfrm>
            <a:off x="7902807" y="3455889"/>
            <a:ext cx="11430" cy="192024"/>
          </a:xfrm>
          <a:custGeom>
            <a:avLst/>
            <a:gdLst/>
            <a:ahLst/>
            <a:cxnLst/>
            <a:rect l="l" t="t" r="r" b="b"/>
            <a:pathLst>
              <a:path w="11430" h="192024">
                <a:moveTo>
                  <a:pt x="0" y="0"/>
                </a:moveTo>
                <a:lnTo>
                  <a:pt x="11430" y="0"/>
                </a:lnTo>
                <a:lnTo>
                  <a:pt x="11430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0"/>
                </a:ext>
              </a:extLst>
            </a:blip>
            <a:stretch>
              <a:fillRect/>
            </a:stretch>
          </a:blipFill>
        </p:spPr>
      </p:sp>
      <p:sp>
        <p:nvSpPr>
          <p:cNvPr id="114" name="Freeform 114"/>
          <p:cNvSpPr/>
          <p:nvPr/>
        </p:nvSpPr>
        <p:spPr>
          <a:xfrm>
            <a:off x="7831245" y="3482083"/>
            <a:ext cx="43434" cy="48006"/>
          </a:xfrm>
          <a:custGeom>
            <a:avLst/>
            <a:gdLst/>
            <a:ahLst/>
            <a:cxnLst/>
            <a:rect l="l" t="t" r="r" b="b"/>
            <a:pathLst>
              <a:path w="43434" h="48006">
                <a:moveTo>
                  <a:pt x="0" y="0"/>
                </a:moveTo>
                <a:lnTo>
                  <a:pt x="43434" y="0"/>
                </a:lnTo>
                <a:lnTo>
                  <a:pt x="43434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/>
            </a:stretch>
          </a:blipFill>
        </p:spPr>
      </p:sp>
      <p:sp>
        <p:nvSpPr>
          <p:cNvPr id="115" name="Freeform 115"/>
          <p:cNvSpPr/>
          <p:nvPr/>
        </p:nvSpPr>
        <p:spPr>
          <a:xfrm>
            <a:off x="7942583" y="3530279"/>
            <a:ext cx="45720" cy="52578"/>
          </a:xfrm>
          <a:custGeom>
            <a:avLst/>
            <a:gdLst/>
            <a:ahLst/>
            <a:cxnLst/>
            <a:rect l="l" t="t" r="r" b="b"/>
            <a:pathLst>
              <a:path w="45720" h="52578">
                <a:moveTo>
                  <a:pt x="0" y="0"/>
                </a:moveTo>
                <a:lnTo>
                  <a:pt x="45720" y="0"/>
                </a:lnTo>
                <a:lnTo>
                  <a:pt x="45720" y="52578"/>
                </a:lnTo>
                <a:lnTo>
                  <a:pt x="0" y="52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2"/>
                </a:ext>
              </a:extLst>
            </a:blip>
            <a:stretch>
              <a:fillRect/>
            </a:stretch>
          </a:blipFill>
        </p:spPr>
      </p:sp>
      <p:sp>
        <p:nvSpPr>
          <p:cNvPr id="116" name="Freeform 116"/>
          <p:cNvSpPr/>
          <p:nvPr/>
        </p:nvSpPr>
        <p:spPr>
          <a:xfrm>
            <a:off x="7803309" y="3518583"/>
            <a:ext cx="13716" cy="34290"/>
          </a:xfrm>
          <a:custGeom>
            <a:avLst/>
            <a:gdLst/>
            <a:ahLst/>
            <a:cxnLst/>
            <a:rect l="l" t="t" r="r" b="b"/>
            <a:pathLst>
              <a:path w="13716" h="34290">
                <a:moveTo>
                  <a:pt x="0" y="0"/>
                </a:moveTo>
                <a:lnTo>
                  <a:pt x="13716" y="0"/>
                </a:lnTo>
                <a:lnTo>
                  <a:pt x="13716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/>
            </a:stretch>
          </a:blipFill>
        </p:spPr>
      </p:sp>
      <p:sp>
        <p:nvSpPr>
          <p:cNvPr id="117" name="Freeform 117"/>
          <p:cNvSpPr/>
          <p:nvPr/>
        </p:nvSpPr>
        <p:spPr>
          <a:xfrm>
            <a:off x="637604" y="5368747"/>
            <a:ext cx="5001768" cy="1810512"/>
          </a:xfrm>
          <a:custGeom>
            <a:avLst/>
            <a:gdLst/>
            <a:ahLst/>
            <a:cxnLst/>
            <a:rect l="l" t="t" r="r" b="b"/>
            <a:pathLst>
              <a:path w="5001768" h="1810512">
                <a:moveTo>
                  <a:pt x="0" y="0"/>
                </a:moveTo>
                <a:lnTo>
                  <a:pt x="5001768" y="0"/>
                </a:lnTo>
                <a:lnTo>
                  <a:pt x="5001768" y="1810512"/>
                </a:lnTo>
                <a:lnTo>
                  <a:pt x="0" y="1810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4"/>
                </a:ext>
              </a:extLst>
            </a:blip>
            <a:stretch>
              <a:fillRect/>
            </a:stretch>
          </a:blipFill>
        </p:spPr>
      </p:sp>
      <p:grpSp>
        <p:nvGrpSpPr>
          <p:cNvPr id="118" name="Group 118"/>
          <p:cNvGrpSpPr/>
          <p:nvPr/>
        </p:nvGrpSpPr>
        <p:grpSpPr>
          <a:xfrm>
            <a:off x="799338" y="5530291"/>
            <a:ext cx="477774" cy="477774"/>
            <a:chOff x="0" y="0"/>
            <a:chExt cx="637032" cy="637032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637032" cy="637032"/>
            </a:xfrm>
            <a:custGeom>
              <a:avLst/>
              <a:gdLst/>
              <a:ahLst/>
              <a:cxnLst/>
              <a:rect l="l" t="t" r="r" b="b"/>
              <a:pathLst>
                <a:path w="637032" h="637032">
                  <a:moveTo>
                    <a:pt x="0" y="0"/>
                  </a:moveTo>
                  <a:lnTo>
                    <a:pt x="637032" y="0"/>
                  </a:lnTo>
                  <a:lnTo>
                    <a:pt x="637032" y="637032"/>
                  </a:lnTo>
                  <a:lnTo>
                    <a:pt x="0" y="63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5"/>
              <a:stretch>
                <a:fillRect/>
              </a:stretch>
            </a:blipFill>
          </p:spPr>
        </p:sp>
      </p:grpSp>
      <p:sp>
        <p:nvSpPr>
          <p:cNvPr id="120" name="Freeform 120"/>
          <p:cNvSpPr/>
          <p:nvPr/>
        </p:nvSpPr>
        <p:spPr>
          <a:xfrm>
            <a:off x="951929" y="5682644"/>
            <a:ext cx="102870" cy="57150"/>
          </a:xfrm>
          <a:custGeom>
            <a:avLst/>
            <a:gdLst/>
            <a:ahLst/>
            <a:cxnLst/>
            <a:rect l="l" t="t" r="r" b="b"/>
            <a:pathLst>
              <a:path w="102870" h="57150">
                <a:moveTo>
                  <a:pt x="0" y="0"/>
                </a:moveTo>
                <a:lnTo>
                  <a:pt x="102869" y="0"/>
                </a:lnTo>
                <a:lnTo>
                  <a:pt x="102869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6"/>
                </a:ext>
              </a:extLst>
            </a:blip>
            <a:stretch>
              <a:fillRect/>
            </a:stretch>
          </a:blipFill>
        </p:spPr>
      </p:sp>
      <p:sp>
        <p:nvSpPr>
          <p:cNvPr id="121" name="Freeform 121"/>
          <p:cNvSpPr/>
          <p:nvPr/>
        </p:nvSpPr>
        <p:spPr>
          <a:xfrm>
            <a:off x="947195" y="5794229"/>
            <a:ext cx="41148" cy="11430"/>
          </a:xfrm>
          <a:custGeom>
            <a:avLst/>
            <a:gdLst/>
            <a:ahLst/>
            <a:cxnLst/>
            <a:rect l="l" t="t" r="r" b="b"/>
            <a:pathLst>
              <a:path w="41148" h="11430">
                <a:moveTo>
                  <a:pt x="0" y="0"/>
                </a:moveTo>
                <a:lnTo>
                  <a:pt x="41148" y="0"/>
                </a:lnTo>
                <a:lnTo>
                  <a:pt x="41148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/>
            </a:stretch>
          </a:blipFill>
        </p:spPr>
      </p:sp>
      <p:sp>
        <p:nvSpPr>
          <p:cNvPr id="122" name="Freeform 122"/>
          <p:cNvSpPr/>
          <p:nvPr/>
        </p:nvSpPr>
        <p:spPr>
          <a:xfrm>
            <a:off x="1044578" y="5717162"/>
            <a:ext cx="54864" cy="59436"/>
          </a:xfrm>
          <a:custGeom>
            <a:avLst/>
            <a:gdLst/>
            <a:ahLst/>
            <a:cxnLst/>
            <a:rect l="l" t="t" r="r" b="b"/>
            <a:pathLst>
              <a:path w="54864" h="59436">
                <a:moveTo>
                  <a:pt x="0" y="0"/>
                </a:moveTo>
                <a:lnTo>
                  <a:pt x="54864" y="0"/>
                </a:lnTo>
                <a:lnTo>
                  <a:pt x="54864" y="59436"/>
                </a:lnTo>
                <a:lnTo>
                  <a:pt x="0" y="594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8"/>
                </a:ext>
              </a:extLst>
            </a:blip>
            <a:stretch>
              <a:fillRect/>
            </a:stretch>
          </a:blipFill>
        </p:spPr>
      </p:sp>
      <p:sp>
        <p:nvSpPr>
          <p:cNvPr id="123" name="Freeform 123"/>
          <p:cNvSpPr/>
          <p:nvPr/>
        </p:nvSpPr>
        <p:spPr>
          <a:xfrm>
            <a:off x="1109672" y="5750747"/>
            <a:ext cx="34290" cy="11430"/>
          </a:xfrm>
          <a:custGeom>
            <a:avLst/>
            <a:gdLst/>
            <a:ahLst/>
            <a:cxnLst/>
            <a:rect l="l" t="t" r="r" b="b"/>
            <a:pathLst>
              <a:path w="34290" h="11430">
                <a:moveTo>
                  <a:pt x="0" y="0"/>
                </a:moveTo>
                <a:lnTo>
                  <a:pt x="34290" y="0"/>
                </a:lnTo>
                <a:lnTo>
                  <a:pt x="3429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9"/>
                </a:ext>
              </a:extLst>
            </a:blip>
            <a:stretch>
              <a:fillRect/>
            </a:stretch>
          </a:blipFill>
        </p:spPr>
      </p:sp>
      <p:sp>
        <p:nvSpPr>
          <p:cNvPr id="124" name="Freeform 124"/>
          <p:cNvSpPr/>
          <p:nvPr/>
        </p:nvSpPr>
        <p:spPr>
          <a:xfrm>
            <a:off x="1066495" y="5751100"/>
            <a:ext cx="77724" cy="77724"/>
          </a:xfrm>
          <a:custGeom>
            <a:avLst/>
            <a:gdLst/>
            <a:ahLst/>
            <a:cxnLst/>
            <a:rect l="l" t="t" r="r" b="b"/>
            <a:pathLst>
              <a:path w="77724" h="77724">
                <a:moveTo>
                  <a:pt x="0" y="0"/>
                </a:moveTo>
                <a:lnTo>
                  <a:pt x="77724" y="0"/>
                </a:lnTo>
                <a:lnTo>
                  <a:pt x="77724" y="77724"/>
                </a:lnTo>
                <a:lnTo>
                  <a:pt x="0" y="77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0"/>
                </a:ext>
              </a:extLst>
            </a:blip>
            <a:stretch>
              <a:fillRect/>
            </a:stretch>
          </a:blipFill>
        </p:spPr>
      </p:sp>
      <p:sp>
        <p:nvSpPr>
          <p:cNvPr id="125" name="Freeform 125"/>
          <p:cNvSpPr/>
          <p:nvPr/>
        </p:nvSpPr>
        <p:spPr>
          <a:xfrm>
            <a:off x="1029119" y="5780589"/>
            <a:ext cx="48006" cy="48006"/>
          </a:xfrm>
          <a:custGeom>
            <a:avLst/>
            <a:gdLst/>
            <a:ahLst/>
            <a:cxnLst/>
            <a:rect l="l" t="t" r="r" b="b"/>
            <a:pathLst>
              <a:path w="48006" h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1"/>
                </a:ext>
              </a:extLst>
            </a:blip>
            <a:stretch>
              <a:fillRect/>
            </a:stretch>
          </a:blipFill>
        </p:spPr>
      </p:sp>
      <p:sp>
        <p:nvSpPr>
          <p:cNvPr id="126" name="Freeform 126"/>
          <p:cNvSpPr/>
          <p:nvPr/>
        </p:nvSpPr>
        <p:spPr>
          <a:xfrm>
            <a:off x="959691" y="5780780"/>
            <a:ext cx="80010" cy="80010"/>
          </a:xfrm>
          <a:custGeom>
            <a:avLst/>
            <a:gdLst/>
            <a:ahLst/>
            <a:cxnLst/>
            <a:rect l="l" t="t" r="r" b="b"/>
            <a:pathLst>
              <a:path w="80010" h="80010">
                <a:moveTo>
                  <a:pt x="0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2"/>
                </a:ext>
              </a:extLst>
            </a:blip>
            <a:stretch>
              <a:fillRect/>
            </a:stretch>
          </a:blipFill>
        </p:spPr>
      </p:sp>
      <p:sp>
        <p:nvSpPr>
          <p:cNvPr id="127" name="Freeform 127"/>
          <p:cNvSpPr/>
          <p:nvPr/>
        </p:nvSpPr>
        <p:spPr>
          <a:xfrm>
            <a:off x="920391" y="5850065"/>
            <a:ext cx="203454" cy="11430"/>
          </a:xfrm>
          <a:custGeom>
            <a:avLst/>
            <a:gdLst/>
            <a:ahLst/>
            <a:cxnLst/>
            <a:rect l="l" t="t" r="r" b="b"/>
            <a:pathLst>
              <a:path w="203454" h="11430">
                <a:moveTo>
                  <a:pt x="0" y="0"/>
                </a:moveTo>
                <a:lnTo>
                  <a:pt x="203454" y="0"/>
                </a:lnTo>
                <a:lnTo>
                  <a:pt x="203454" y="11429"/>
                </a:lnTo>
                <a:lnTo>
                  <a:pt x="0" y="114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3"/>
                </a:ext>
              </a:extLst>
            </a:blip>
            <a:stretch>
              <a:fillRect/>
            </a:stretch>
          </a:blipFill>
        </p:spPr>
      </p:sp>
      <p:sp>
        <p:nvSpPr>
          <p:cNvPr id="128" name="Freeform 128"/>
          <p:cNvSpPr/>
          <p:nvPr/>
        </p:nvSpPr>
        <p:spPr>
          <a:xfrm>
            <a:off x="1133218" y="5751271"/>
            <a:ext cx="11430" cy="34290"/>
          </a:xfrm>
          <a:custGeom>
            <a:avLst/>
            <a:gdLst/>
            <a:ahLst/>
            <a:cxnLst/>
            <a:rect l="l" t="t" r="r" b="b"/>
            <a:pathLst>
              <a:path w="11430" h="34290">
                <a:moveTo>
                  <a:pt x="0" y="0"/>
                </a:moveTo>
                <a:lnTo>
                  <a:pt x="11430" y="0"/>
                </a:lnTo>
                <a:lnTo>
                  <a:pt x="11430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4"/>
                </a:ext>
              </a:extLst>
            </a:blip>
            <a:stretch>
              <a:fillRect/>
            </a:stretch>
          </a:blipFill>
        </p:spPr>
      </p:sp>
      <p:sp>
        <p:nvSpPr>
          <p:cNvPr id="129" name="Freeform 129"/>
          <p:cNvSpPr/>
          <p:nvPr/>
        </p:nvSpPr>
        <p:spPr>
          <a:xfrm>
            <a:off x="918924" y="5729497"/>
            <a:ext cx="43434" cy="75438"/>
          </a:xfrm>
          <a:custGeom>
            <a:avLst/>
            <a:gdLst/>
            <a:ahLst/>
            <a:cxnLst/>
            <a:rect l="l" t="t" r="r" b="b"/>
            <a:pathLst>
              <a:path w="43434" h="75438">
                <a:moveTo>
                  <a:pt x="0" y="0"/>
                </a:moveTo>
                <a:lnTo>
                  <a:pt x="43434" y="0"/>
                </a:lnTo>
                <a:lnTo>
                  <a:pt x="43434" y="75438"/>
                </a:lnTo>
                <a:lnTo>
                  <a:pt x="0" y="75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5"/>
                </a:ext>
              </a:extLst>
            </a:blip>
            <a:stretch>
              <a:fillRect/>
            </a:stretch>
          </a:blipFill>
        </p:spPr>
      </p:sp>
      <p:sp>
        <p:nvSpPr>
          <p:cNvPr id="130" name="Freeform 130"/>
          <p:cNvSpPr/>
          <p:nvPr/>
        </p:nvSpPr>
        <p:spPr>
          <a:xfrm>
            <a:off x="5790629" y="5368747"/>
            <a:ext cx="5001768" cy="1810512"/>
          </a:xfrm>
          <a:custGeom>
            <a:avLst/>
            <a:gdLst/>
            <a:ahLst/>
            <a:cxnLst/>
            <a:rect l="l" t="t" r="r" b="b"/>
            <a:pathLst>
              <a:path w="5001768" h="1810512">
                <a:moveTo>
                  <a:pt x="0" y="0"/>
                </a:moveTo>
                <a:lnTo>
                  <a:pt x="5001768" y="0"/>
                </a:lnTo>
                <a:lnTo>
                  <a:pt x="5001768" y="1810512"/>
                </a:lnTo>
                <a:lnTo>
                  <a:pt x="0" y="1810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6"/>
                </a:ext>
              </a:extLst>
            </a:blip>
            <a:stretch>
              <a:fillRect/>
            </a:stretch>
          </a:blipFill>
        </p:spPr>
      </p:sp>
      <p:grpSp>
        <p:nvGrpSpPr>
          <p:cNvPr id="131" name="Group 131"/>
          <p:cNvGrpSpPr/>
          <p:nvPr/>
        </p:nvGrpSpPr>
        <p:grpSpPr>
          <a:xfrm>
            <a:off x="5952363" y="5530291"/>
            <a:ext cx="477774" cy="477774"/>
            <a:chOff x="0" y="0"/>
            <a:chExt cx="637032" cy="637032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637032" cy="637032"/>
            </a:xfrm>
            <a:custGeom>
              <a:avLst/>
              <a:gdLst/>
              <a:ahLst/>
              <a:cxnLst/>
              <a:rect l="l" t="t" r="r" b="b"/>
              <a:pathLst>
                <a:path w="637032" h="637032">
                  <a:moveTo>
                    <a:pt x="0" y="0"/>
                  </a:moveTo>
                  <a:lnTo>
                    <a:pt x="637032" y="0"/>
                  </a:lnTo>
                  <a:lnTo>
                    <a:pt x="637032" y="637032"/>
                  </a:lnTo>
                  <a:lnTo>
                    <a:pt x="0" y="63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7"/>
              <a:stretch>
                <a:fillRect/>
              </a:stretch>
            </a:blipFill>
          </p:spPr>
        </p:sp>
      </p:grpSp>
      <p:sp>
        <p:nvSpPr>
          <p:cNvPr id="133" name="Freeform 133"/>
          <p:cNvSpPr/>
          <p:nvPr/>
        </p:nvSpPr>
        <p:spPr>
          <a:xfrm>
            <a:off x="6165656" y="5854894"/>
            <a:ext cx="57150" cy="29718"/>
          </a:xfrm>
          <a:custGeom>
            <a:avLst/>
            <a:gdLst/>
            <a:ahLst/>
            <a:cxnLst/>
            <a:rect l="l" t="t" r="r" b="b"/>
            <a:pathLst>
              <a:path w="57150" h="29718">
                <a:moveTo>
                  <a:pt x="0" y="0"/>
                </a:moveTo>
                <a:lnTo>
                  <a:pt x="57150" y="0"/>
                </a:lnTo>
                <a:lnTo>
                  <a:pt x="57150" y="29718"/>
                </a:lnTo>
                <a:lnTo>
                  <a:pt x="0" y="29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8"/>
                </a:ext>
              </a:extLst>
            </a:blip>
            <a:stretch>
              <a:fillRect/>
            </a:stretch>
          </a:blipFill>
        </p:spPr>
      </p:sp>
      <p:sp>
        <p:nvSpPr>
          <p:cNvPr id="134" name="Freeform 134"/>
          <p:cNvSpPr/>
          <p:nvPr/>
        </p:nvSpPr>
        <p:spPr>
          <a:xfrm>
            <a:off x="6215148" y="5831472"/>
            <a:ext cx="13716" cy="34290"/>
          </a:xfrm>
          <a:custGeom>
            <a:avLst/>
            <a:gdLst/>
            <a:ahLst/>
            <a:cxnLst/>
            <a:rect l="l" t="t" r="r" b="b"/>
            <a:pathLst>
              <a:path w="13716" h="34290">
                <a:moveTo>
                  <a:pt x="0" y="0"/>
                </a:moveTo>
                <a:lnTo>
                  <a:pt x="13716" y="0"/>
                </a:lnTo>
                <a:lnTo>
                  <a:pt x="13716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/>
            </a:stretch>
          </a:blipFill>
        </p:spPr>
      </p:sp>
      <p:sp>
        <p:nvSpPr>
          <p:cNvPr id="135" name="Freeform 135"/>
          <p:cNvSpPr/>
          <p:nvPr/>
        </p:nvSpPr>
        <p:spPr>
          <a:xfrm>
            <a:off x="6159922" y="5831624"/>
            <a:ext cx="13716" cy="34290"/>
          </a:xfrm>
          <a:custGeom>
            <a:avLst/>
            <a:gdLst/>
            <a:ahLst/>
            <a:cxnLst/>
            <a:rect l="l" t="t" r="r" b="b"/>
            <a:pathLst>
              <a:path w="13716" h="34290">
                <a:moveTo>
                  <a:pt x="0" y="0"/>
                </a:moveTo>
                <a:lnTo>
                  <a:pt x="13716" y="0"/>
                </a:lnTo>
                <a:lnTo>
                  <a:pt x="13716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0"/>
                </a:ext>
              </a:extLst>
            </a:blip>
            <a:stretch>
              <a:fillRect/>
            </a:stretch>
          </a:blipFill>
        </p:spPr>
      </p:sp>
      <p:sp>
        <p:nvSpPr>
          <p:cNvPr id="136" name="Freeform 136"/>
          <p:cNvSpPr/>
          <p:nvPr/>
        </p:nvSpPr>
        <p:spPr>
          <a:xfrm>
            <a:off x="6113993" y="5659469"/>
            <a:ext cx="160020" cy="182880"/>
          </a:xfrm>
          <a:custGeom>
            <a:avLst/>
            <a:gdLst/>
            <a:ahLst/>
            <a:cxnLst/>
            <a:rect l="l" t="t" r="r" b="b"/>
            <a:pathLst>
              <a:path w="160020" h="182880">
                <a:moveTo>
                  <a:pt x="0" y="0"/>
                </a:moveTo>
                <a:lnTo>
                  <a:pt x="160020" y="0"/>
                </a:lnTo>
                <a:lnTo>
                  <a:pt x="16002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/>
            </a:stretch>
          </a:blipFill>
        </p:spPr>
      </p:sp>
      <p:sp>
        <p:nvSpPr>
          <p:cNvPr id="137" name="Freeform 137"/>
          <p:cNvSpPr/>
          <p:nvPr/>
        </p:nvSpPr>
        <p:spPr>
          <a:xfrm>
            <a:off x="6165590" y="5854379"/>
            <a:ext cx="57150" cy="11430"/>
          </a:xfrm>
          <a:custGeom>
            <a:avLst/>
            <a:gdLst/>
            <a:ahLst/>
            <a:cxnLst/>
            <a:rect l="l" t="t" r="r" b="b"/>
            <a:pathLst>
              <a:path w="57150" h="11430">
                <a:moveTo>
                  <a:pt x="0" y="0"/>
                </a:moveTo>
                <a:lnTo>
                  <a:pt x="57150" y="0"/>
                </a:lnTo>
                <a:lnTo>
                  <a:pt x="5715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2"/>
                </a:ext>
              </a:extLst>
            </a:blip>
            <a:stretch>
              <a:fillRect/>
            </a:stretch>
          </a:blipFill>
        </p:spPr>
      </p:sp>
      <p:sp>
        <p:nvSpPr>
          <p:cNvPr id="138" name="Freeform 138"/>
          <p:cNvSpPr/>
          <p:nvPr/>
        </p:nvSpPr>
        <p:spPr>
          <a:xfrm>
            <a:off x="6159722" y="5831634"/>
            <a:ext cx="68580" cy="11430"/>
          </a:xfrm>
          <a:custGeom>
            <a:avLst/>
            <a:gdLst/>
            <a:ahLst/>
            <a:cxnLst/>
            <a:rect l="l" t="t" r="r" b="b"/>
            <a:pathLst>
              <a:path w="68580" h="11430">
                <a:moveTo>
                  <a:pt x="0" y="0"/>
                </a:moveTo>
                <a:lnTo>
                  <a:pt x="68580" y="0"/>
                </a:lnTo>
                <a:lnTo>
                  <a:pt x="6858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/>
            </a:stretch>
          </a:blipFill>
        </p:spPr>
      </p:sp>
      <p:sp>
        <p:nvSpPr>
          <p:cNvPr id="139" name="Freeform 139"/>
          <p:cNvSpPr/>
          <p:nvPr/>
        </p:nvSpPr>
        <p:spPr>
          <a:xfrm>
            <a:off x="6188345" y="5763149"/>
            <a:ext cx="11430" cy="80010"/>
          </a:xfrm>
          <a:custGeom>
            <a:avLst/>
            <a:gdLst/>
            <a:ahLst/>
            <a:cxnLst/>
            <a:rect l="l" t="t" r="r" b="b"/>
            <a:pathLst>
              <a:path w="11430" h="80010">
                <a:moveTo>
                  <a:pt x="0" y="0"/>
                </a:moveTo>
                <a:lnTo>
                  <a:pt x="11430" y="0"/>
                </a:lnTo>
                <a:lnTo>
                  <a:pt x="11430" y="80010"/>
                </a:lnTo>
                <a:lnTo>
                  <a:pt x="0" y="80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4"/>
                </a:ext>
              </a:extLst>
            </a:blip>
            <a:stretch>
              <a:fillRect/>
            </a:stretch>
          </a:blipFill>
        </p:spPr>
      </p:sp>
      <p:sp>
        <p:nvSpPr>
          <p:cNvPr id="140" name="Freeform 140"/>
          <p:cNvSpPr/>
          <p:nvPr/>
        </p:nvSpPr>
        <p:spPr>
          <a:xfrm>
            <a:off x="6188373" y="57378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36576" h="36576">
                <a:moveTo>
                  <a:pt x="0" y="0"/>
                </a:moveTo>
                <a:lnTo>
                  <a:pt x="36576" y="0"/>
                </a:lnTo>
                <a:lnTo>
                  <a:pt x="36576" y="36576"/>
                </a:lnTo>
                <a:lnTo>
                  <a:pt x="0" y="36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5"/>
                </a:ext>
              </a:extLst>
            </a:blip>
            <a:stretch>
              <a:fillRect/>
            </a:stretch>
          </a:blipFill>
        </p:spPr>
      </p:sp>
      <p:sp>
        <p:nvSpPr>
          <p:cNvPr id="141" name="Freeform 141"/>
          <p:cNvSpPr/>
          <p:nvPr/>
        </p:nvSpPr>
        <p:spPr>
          <a:xfrm>
            <a:off x="6162942" y="5737670"/>
            <a:ext cx="36576" cy="36576"/>
          </a:xfrm>
          <a:custGeom>
            <a:avLst/>
            <a:gdLst/>
            <a:ahLst/>
            <a:cxnLst/>
            <a:rect l="l" t="t" r="r" b="b"/>
            <a:pathLst>
              <a:path w="36576" h="36576">
                <a:moveTo>
                  <a:pt x="0" y="0"/>
                </a:moveTo>
                <a:lnTo>
                  <a:pt x="36576" y="0"/>
                </a:lnTo>
                <a:lnTo>
                  <a:pt x="36576" y="36576"/>
                </a:lnTo>
                <a:lnTo>
                  <a:pt x="0" y="36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6"/>
                </a:ext>
              </a:extLst>
            </a:blip>
            <a:stretch>
              <a:fillRect/>
            </a:stretch>
          </a:blipFill>
        </p:spPr>
      </p:sp>
      <p:sp>
        <p:nvSpPr>
          <p:cNvPr id="142" name="Freeform 142"/>
          <p:cNvSpPr/>
          <p:nvPr/>
        </p:nvSpPr>
        <p:spPr>
          <a:xfrm>
            <a:off x="637413" y="7359472"/>
            <a:ext cx="20574" cy="610362"/>
          </a:xfrm>
          <a:custGeom>
            <a:avLst/>
            <a:gdLst/>
            <a:ahLst/>
            <a:cxnLst/>
            <a:rect l="l" t="t" r="r" b="b"/>
            <a:pathLst>
              <a:path w="20574" h="610362">
                <a:moveTo>
                  <a:pt x="0" y="0"/>
                </a:moveTo>
                <a:lnTo>
                  <a:pt x="20574" y="0"/>
                </a:lnTo>
                <a:lnTo>
                  <a:pt x="20574" y="610362"/>
                </a:lnTo>
                <a:lnTo>
                  <a:pt x="0" y="6103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7"/>
                </a:ext>
              </a:extLst>
            </a:blip>
            <a:stretch>
              <a:fillRect/>
            </a:stretch>
          </a:blipFill>
        </p:spPr>
      </p:sp>
      <p:sp>
        <p:nvSpPr>
          <p:cNvPr id="143" name="TextBox 143"/>
          <p:cNvSpPr txBox="1"/>
          <p:nvPr/>
        </p:nvSpPr>
        <p:spPr>
          <a:xfrm>
            <a:off x="637584" y="1877806"/>
            <a:ext cx="8703240" cy="105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MedFlow AI</a:t>
            </a:r>
          </a:p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An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AI-powered Industry 4.0 platform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purpose-built for medical manufacturing — moving operations from reactive to predictive.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796976" y="4250103"/>
            <a:ext cx="2965371" cy="752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Continuously collects production data from machines and sensors without manual </a:t>
            </a:r>
          </a:p>
          <a:p>
            <a:pPr algn="l">
              <a:lnSpc>
                <a:spcPts val="2000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</a:t>
            </a:r>
            <a:r>
              <a:rPr lang="en-US" sz="1254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vention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796976" y="6478953"/>
            <a:ext cx="4165387" cy="48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Anticipates failures and quality deviations before they impact production output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4235053" y="4250103"/>
            <a:ext cx="2568102" cy="752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00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Stores all production information in a structured, tamper-proof, audit-ready database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5954020" y="6478953"/>
            <a:ext cx="4616101" cy="48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Delivers actionable guidance to operators and managers at the right moment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7673130" y="4259628"/>
            <a:ext cx="3000594" cy="48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Applies machine learning models to identify patterns, anomalies, and emerging risks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796976" y="3896544"/>
            <a:ext cx="288312" cy="26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✔</a:t>
            </a: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796976" y="6115869"/>
            <a:ext cx="288312" cy="26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✔</a:t>
            </a: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4235053" y="3896544"/>
            <a:ext cx="288312" cy="26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✔</a:t>
            </a: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5954020" y="6115869"/>
            <a:ext cx="288312" cy="26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✔</a:t>
            </a: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7673130" y="3896544"/>
            <a:ext cx="288312" cy="26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✔</a:t>
            </a: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1079621" y="6147635"/>
            <a:ext cx="1721101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Problem Prediction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1079621" y="3928310"/>
            <a:ext cx="2337092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 dirty="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Automatic Data Collection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4517698" y="3928310"/>
            <a:ext cx="1343825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Secure Storage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6236656" y="6147635"/>
            <a:ext cx="2609621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Intelligent Recommendations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7955775" y="3928310"/>
            <a:ext cx="950871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AI Analysis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864841" y="7527112"/>
            <a:ext cx="9168203" cy="21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293" i="1">
                <a:solidFill>
                  <a:srgbClr val="D6E5EF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"Our platform does not only record what happened. It helps companies understand why it happened and what action should be taken."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4672" y="7823349"/>
            <a:ext cx="146047" cy="736597"/>
          </a:xfrm>
          <a:custGeom>
            <a:avLst/>
            <a:gdLst/>
            <a:ahLst/>
            <a:cxnLst/>
            <a:rect l="l" t="t" r="r" b="b"/>
            <a:pathLst>
              <a:path w="146047" h="736597">
                <a:moveTo>
                  <a:pt x="0" y="0"/>
                </a:moveTo>
                <a:lnTo>
                  <a:pt x="146047" y="0"/>
                </a:lnTo>
                <a:lnTo>
                  <a:pt x="146047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33561" y="2824334"/>
            <a:ext cx="9764058" cy="3995699"/>
            <a:chOff x="0" y="0"/>
            <a:chExt cx="9764065" cy="39956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64019" cy="3995677"/>
            </a:xfrm>
            <a:custGeom>
              <a:avLst/>
              <a:gdLst/>
              <a:ahLst/>
              <a:cxnLst/>
              <a:rect l="l" t="t" r="r" b="b"/>
              <a:pathLst>
                <a:path w="9764019" h="3995677">
                  <a:moveTo>
                    <a:pt x="1815720" y="0"/>
                  </a:moveTo>
                  <a:cubicBezTo>
                    <a:pt x="1932433" y="0"/>
                    <a:pt x="2027048" y="94615"/>
                    <a:pt x="2027048" y="211328"/>
                  </a:cubicBezTo>
                  <a:lnTo>
                    <a:pt x="2027048" y="2011934"/>
                  </a:lnTo>
                  <a:lnTo>
                    <a:pt x="2086103" y="1952879"/>
                  </a:lnTo>
                  <a:cubicBezTo>
                    <a:pt x="2091691" y="1947291"/>
                    <a:pt x="2100835" y="1947291"/>
                    <a:pt x="2106423" y="1952879"/>
                  </a:cubicBezTo>
                  <a:cubicBezTo>
                    <a:pt x="2112011" y="1958467"/>
                    <a:pt x="2112011" y="1967611"/>
                    <a:pt x="2106423" y="1973199"/>
                  </a:cubicBezTo>
                  <a:lnTo>
                    <a:pt x="2026921" y="2052701"/>
                  </a:lnTo>
                  <a:lnTo>
                    <a:pt x="2026921" y="3777107"/>
                  </a:lnTo>
                  <a:cubicBezTo>
                    <a:pt x="2026921" y="3872357"/>
                    <a:pt x="2103883" y="3949572"/>
                    <a:pt x="2199006" y="3950081"/>
                  </a:cubicBezTo>
                  <a:lnTo>
                    <a:pt x="3769742" y="3957320"/>
                  </a:lnTo>
                  <a:cubicBezTo>
                    <a:pt x="3865500" y="3957701"/>
                    <a:pt x="3943479" y="3880231"/>
                    <a:pt x="3943479" y="3784346"/>
                  </a:cubicBezTo>
                  <a:lnTo>
                    <a:pt x="3943479" y="2150745"/>
                  </a:lnTo>
                  <a:lnTo>
                    <a:pt x="3940304" y="2150745"/>
                  </a:lnTo>
                  <a:lnTo>
                    <a:pt x="3940304" y="1993392"/>
                  </a:lnTo>
                  <a:lnTo>
                    <a:pt x="3873502" y="2060575"/>
                  </a:lnTo>
                  <a:cubicBezTo>
                    <a:pt x="3867914" y="2066163"/>
                    <a:pt x="3858770" y="2066163"/>
                    <a:pt x="3853181" y="2060575"/>
                  </a:cubicBezTo>
                  <a:cubicBezTo>
                    <a:pt x="3847593" y="2054987"/>
                    <a:pt x="3847593" y="2045843"/>
                    <a:pt x="3853181" y="2040255"/>
                  </a:cubicBezTo>
                  <a:lnTo>
                    <a:pt x="3943860" y="1949577"/>
                  </a:lnTo>
                  <a:lnTo>
                    <a:pt x="3943860" y="219456"/>
                  </a:lnTo>
                  <a:cubicBezTo>
                    <a:pt x="3943860" y="103124"/>
                    <a:pt x="4037840" y="8636"/>
                    <a:pt x="4154299" y="8128"/>
                  </a:cubicBezTo>
                  <a:lnTo>
                    <a:pt x="5705731" y="889"/>
                  </a:lnTo>
                  <a:cubicBezTo>
                    <a:pt x="5822826" y="381"/>
                    <a:pt x="5918076" y="95123"/>
                    <a:pt x="5918076" y="212217"/>
                  </a:cubicBezTo>
                  <a:lnTo>
                    <a:pt x="5918076" y="1862582"/>
                  </a:lnTo>
                  <a:lnTo>
                    <a:pt x="5919600" y="1862582"/>
                  </a:lnTo>
                  <a:lnTo>
                    <a:pt x="5919600" y="2019935"/>
                  </a:lnTo>
                  <a:lnTo>
                    <a:pt x="5986656" y="1952879"/>
                  </a:lnTo>
                  <a:cubicBezTo>
                    <a:pt x="5992244" y="1947291"/>
                    <a:pt x="6001388" y="1947291"/>
                    <a:pt x="6006976" y="1952879"/>
                  </a:cubicBezTo>
                  <a:cubicBezTo>
                    <a:pt x="6012564" y="1958467"/>
                    <a:pt x="6012564" y="1967611"/>
                    <a:pt x="6006976" y="1973199"/>
                  </a:cubicBezTo>
                  <a:lnTo>
                    <a:pt x="5917948" y="2062226"/>
                  </a:lnTo>
                  <a:lnTo>
                    <a:pt x="5917948" y="3776218"/>
                  </a:lnTo>
                  <a:cubicBezTo>
                    <a:pt x="5917948" y="3871721"/>
                    <a:pt x="5995419" y="3949192"/>
                    <a:pt x="6090922" y="3949192"/>
                  </a:cubicBezTo>
                  <a:lnTo>
                    <a:pt x="7594476" y="3949192"/>
                  </a:lnTo>
                  <a:cubicBezTo>
                    <a:pt x="7689980" y="3949192"/>
                    <a:pt x="7767450" y="3871721"/>
                    <a:pt x="7767450" y="3776218"/>
                  </a:cubicBezTo>
                  <a:lnTo>
                    <a:pt x="7767450" y="2009394"/>
                  </a:lnTo>
                  <a:lnTo>
                    <a:pt x="7706744" y="2070100"/>
                  </a:lnTo>
                  <a:cubicBezTo>
                    <a:pt x="7701156" y="2075688"/>
                    <a:pt x="7692013" y="2075688"/>
                    <a:pt x="7686425" y="2070100"/>
                  </a:cubicBezTo>
                  <a:cubicBezTo>
                    <a:pt x="7680837" y="2064512"/>
                    <a:pt x="7680837" y="2055368"/>
                    <a:pt x="7686425" y="2049780"/>
                  </a:cubicBezTo>
                  <a:lnTo>
                    <a:pt x="7767577" y="1968627"/>
                  </a:lnTo>
                  <a:lnTo>
                    <a:pt x="7767577" y="220345"/>
                  </a:lnTo>
                  <a:cubicBezTo>
                    <a:pt x="7767577" y="103632"/>
                    <a:pt x="7862192" y="9017"/>
                    <a:pt x="7978906" y="9017"/>
                  </a:cubicBezTo>
                  <a:lnTo>
                    <a:pt x="9469505" y="9017"/>
                  </a:lnTo>
                  <a:cubicBezTo>
                    <a:pt x="9586218" y="9017"/>
                    <a:pt x="9680833" y="103632"/>
                    <a:pt x="9680833" y="220345"/>
                  </a:cubicBezTo>
                  <a:lnTo>
                    <a:pt x="9680833" y="1911985"/>
                  </a:lnTo>
                  <a:cubicBezTo>
                    <a:pt x="9728205" y="1921002"/>
                    <a:pt x="9764019" y="1962658"/>
                    <a:pt x="9764019" y="2012696"/>
                  </a:cubicBezTo>
                  <a:cubicBezTo>
                    <a:pt x="9764019" y="2069338"/>
                    <a:pt x="9718172" y="2115185"/>
                    <a:pt x="9661529" y="2115185"/>
                  </a:cubicBezTo>
                  <a:cubicBezTo>
                    <a:pt x="9604887" y="2115185"/>
                    <a:pt x="9559040" y="2069338"/>
                    <a:pt x="9559040" y="2012696"/>
                  </a:cubicBezTo>
                  <a:cubicBezTo>
                    <a:pt x="9559040" y="1962658"/>
                    <a:pt x="9594854" y="1921002"/>
                    <a:pt x="9642352" y="1911985"/>
                  </a:cubicBezTo>
                  <a:lnTo>
                    <a:pt x="9642352" y="220345"/>
                  </a:lnTo>
                  <a:cubicBezTo>
                    <a:pt x="9642352" y="124841"/>
                    <a:pt x="9564882" y="47371"/>
                    <a:pt x="9469378" y="47371"/>
                  </a:cubicBezTo>
                  <a:lnTo>
                    <a:pt x="7978779" y="47371"/>
                  </a:lnTo>
                  <a:cubicBezTo>
                    <a:pt x="7883274" y="47371"/>
                    <a:pt x="7805804" y="124841"/>
                    <a:pt x="7805804" y="220345"/>
                  </a:cubicBezTo>
                  <a:lnTo>
                    <a:pt x="7805804" y="1965452"/>
                  </a:lnTo>
                  <a:lnTo>
                    <a:pt x="7890005" y="2049653"/>
                  </a:lnTo>
                  <a:cubicBezTo>
                    <a:pt x="7895593" y="2055241"/>
                    <a:pt x="7895593" y="2064385"/>
                    <a:pt x="7890005" y="2069973"/>
                  </a:cubicBezTo>
                  <a:cubicBezTo>
                    <a:pt x="7884417" y="2075561"/>
                    <a:pt x="7875273" y="2075561"/>
                    <a:pt x="7869685" y="2069973"/>
                  </a:cubicBezTo>
                  <a:lnTo>
                    <a:pt x="7805804" y="2006092"/>
                  </a:lnTo>
                  <a:lnTo>
                    <a:pt x="7805804" y="3776218"/>
                  </a:lnTo>
                  <a:cubicBezTo>
                    <a:pt x="7805804" y="3892931"/>
                    <a:pt x="7711189" y="3987546"/>
                    <a:pt x="7594476" y="3987546"/>
                  </a:cubicBezTo>
                  <a:lnTo>
                    <a:pt x="6090923" y="3987546"/>
                  </a:lnTo>
                  <a:cubicBezTo>
                    <a:pt x="5974210" y="3987546"/>
                    <a:pt x="5879595" y="3892931"/>
                    <a:pt x="5879595" y="3776218"/>
                  </a:cubicBezTo>
                  <a:lnTo>
                    <a:pt x="5879595" y="2049526"/>
                  </a:lnTo>
                  <a:lnTo>
                    <a:pt x="5803268" y="1973199"/>
                  </a:lnTo>
                  <a:cubicBezTo>
                    <a:pt x="5797680" y="1967611"/>
                    <a:pt x="5797680" y="1958467"/>
                    <a:pt x="5803268" y="1952879"/>
                  </a:cubicBezTo>
                  <a:cubicBezTo>
                    <a:pt x="5808856" y="1947291"/>
                    <a:pt x="5818000" y="1947291"/>
                    <a:pt x="5823588" y="1952879"/>
                  </a:cubicBezTo>
                  <a:lnTo>
                    <a:pt x="5879468" y="2008759"/>
                  </a:lnTo>
                  <a:lnTo>
                    <a:pt x="5879468" y="212217"/>
                  </a:lnTo>
                  <a:cubicBezTo>
                    <a:pt x="5879468" y="116459"/>
                    <a:pt x="5801490" y="38862"/>
                    <a:pt x="5705732" y="39243"/>
                  </a:cubicBezTo>
                  <a:lnTo>
                    <a:pt x="4154172" y="46482"/>
                  </a:lnTo>
                  <a:cubicBezTo>
                    <a:pt x="4058922" y="46863"/>
                    <a:pt x="3982087" y="124206"/>
                    <a:pt x="3982087" y="219456"/>
                  </a:cubicBezTo>
                  <a:lnTo>
                    <a:pt x="3982087" y="1965452"/>
                  </a:lnTo>
                  <a:lnTo>
                    <a:pt x="4056763" y="2040128"/>
                  </a:lnTo>
                  <a:cubicBezTo>
                    <a:pt x="4062351" y="2045716"/>
                    <a:pt x="4062351" y="2054860"/>
                    <a:pt x="4056763" y="2060448"/>
                  </a:cubicBezTo>
                  <a:cubicBezTo>
                    <a:pt x="4051175" y="2066036"/>
                    <a:pt x="4042031" y="2066036"/>
                    <a:pt x="4036443" y="2060448"/>
                  </a:cubicBezTo>
                  <a:lnTo>
                    <a:pt x="3982214" y="2006219"/>
                  </a:lnTo>
                  <a:lnTo>
                    <a:pt x="3982214" y="3784346"/>
                  </a:lnTo>
                  <a:cubicBezTo>
                    <a:pt x="3982214" y="3901440"/>
                    <a:pt x="3886964" y="3996309"/>
                    <a:pt x="3769870" y="3995674"/>
                  </a:cubicBezTo>
                  <a:lnTo>
                    <a:pt x="2199133" y="3988435"/>
                  </a:lnTo>
                  <a:cubicBezTo>
                    <a:pt x="2082801" y="3987927"/>
                    <a:pt x="1988694" y="3893439"/>
                    <a:pt x="1988694" y="3777107"/>
                  </a:cubicBezTo>
                  <a:lnTo>
                    <a:pt x="1988694" y="2059051"/>
                  </a:lnTo>
                  <a:lnTo>
                    <a:pt x="1902842" y="1973199"/>
                  </a:lnTo>
                  <a:cubicBezTo>
                    <a:pt x="1897254" y="1967611"/>
                    <a:pt x="1897254" y="1958467"/>
                    <a:pt x="1902842" y="1952879"/>
                  </a:cubicBezTo>
                  <a:cubicBezTo>
                    <a:pt x="1908430" y="1947291"/>
                    <a:pt x="1917574" y="1947291"/>
                    <a:pt x="1923162" y="1952879"/>
                  </a:cubicBezTo>
                  <a:lnTo>
                    <a:pt x="1988694" y="2018411"/>
                  </a:lnTo>
                  <a:lnTo>
                    <a:pt x="1988694" y="211328"/>
                  </a:lnTo>
                  <a:cubicBezTo>
                    <a:pt x="1988694" y="115824"/>
                    <a:pt x="1911224" y="38354"/>
                    <a:pt x="1815720" y="38354"/>
                  </a:cubicBezTo>
                  <a:lnTo>
                    <a:pt x="294640" y="38354"/>
                  </a:lnTo>
                  <a:cubicBezTo>
                    <a:pt x="199136" y="38354"/>
                    <a:pt x="121666" y="115824"/>
                    <a:pt x="121666" y="211328"/>
                  </a:cubicBezTo>
                  <a:lnTo>
                    <a:pt x="121666" y="1911985"/>
                  </a:lnTo>
                  <a:cubicBezTo>
                    <a:pt x="169037" y="1921002"/>
                    <a:pt x="204978" y="1962658"/>
                    <a:pt x="204978" y="2012696"/>
                  </a:cubicBezTo>
                  <a:cubicBezTo>
                    <a:pt x="204978" y="2069338"/>
                    <a:pt x="159131" y="2115185"/>
                    <a:pt x="102489" y="2115185"/>
                  </a:cubicBezTo>
                  <a:cubicBezTo>
                    <a:pt x="45847" y="2115185"/>
                    <a:pt x="0" y="2069338"/>
                    <a:pt x="0" y="2012696"/>
                  </a:cubicBezTo>
                  <a:cubicBezTo>
                    <a:pt x="0" y="1962658"/>
                    <a:pt x="35814" y="1921002"/>
                    <a:pt x="83312" y="1911985"/>
                  </a:cubicBezTo>
                  <a:lnTo>
                    <a:pt x="83312" y="211328"/>
                  </a:lnTo>
                  <a:cubicBezTo>
                    <a:pt x="83312" y="94615"/>
                    <a:pt x="177927" y="0"/>
                    <a:pt x="294640" y="0"/>
                  </a:cubicBezTo>
                  <a:lnTo>
                    <a:pt x="1815720" y="0"/>
                  </a:lnTo>
                  <a:close/>
                </a:path>
              </a:pathLst>
            </a:custGeom>
            <a:solidFill>
              <a:srgbClr val="F53DA2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637584" y="1357055"/>
            <a:ext cx="7113232" cy="1050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System Architecture</a:t>
            </a:r>
          </a:p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 fully integrated data pipeline — from physical machines to intelligent decisions — operating in real time.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7584" y="7167877"/>
            <a:ext cx="10314394" cy="48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system monitors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temperature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pressure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humidity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speed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weight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production quantity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machine status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all captured and processed in real time across every stage of the pipeline.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4785" y="2984602"/>
            <a:ext cx="1196731" cy="28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1627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Machines &amp;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6179" y="3248235"/>
            <a:ext cx="771239" cy="28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1627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Sensors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76701" y="3559864"/>
            <a:ext cx="35852" cy="24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8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73927" y="5825480"/>
            <a:ext cx="1512122" cy="77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627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Data Collection</a:t>
            </a:r>
          </a:p>
          <a:p>
            <a:pPr algn="ctr">
              <a:lnSpc>
                <a:spcPts val="1768"/>
              </a:lnSpc>
            </a:pPr>
            <a:r>
              <a:rPr lang="en-US" sz="138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Aggregate telemetry in real time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56550" y="6118060"/>
            <a:ext cx="35852" cy="24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8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44471" y="2984602"/>
            <a:ext cx="730044" cy="28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1627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Secure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35543" y="3248235"/>
            <a:ext cx="896617" cy="28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1627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Database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79535" y="3559864"/>
            <a:ext cx="35852" cy="24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8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73020" y="5806430"/>
            <a:ext cx="1048312" cy="28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1627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AI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42321" y="6118060"/>
            <a:ext cx="35852" cy="24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8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42461" y="2984602"/>
            <a:ext cx="1316088" cy="28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1627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Dashboard &amp;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48557" y="3267285"/>
            <a:ext cx="1247880" cy="77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627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Reports</a:t>
            </a:r>
          </a:p>
          <a:p>
            <a:pPr algn="ctr">
              <a:lnSpc>
                <a:spcPts val="1768"/>
              </a:lnSpc>
            </a:pPr>
            <a:r>
              <a:rPr lang="en-US" sz="138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Visualize</a:t>
            </a:r>
            <a:r>
              <a:rPr lang="en-US" sz="1383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38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metrics and trends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88303" y="3559864"/>
            <a:ext cx="35852" cy="24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8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91770" y="3559864"/>
            <a:ext cx="596608" cy="24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8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Capture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2899" y="3784435"/>
            <a:ext cx="1017784" cy="24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8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temperature,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06630" y="3999243"/>
            <a:ext cx="1178328" cy="24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8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pressure, speed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83197" y="3559864"/>
            <a:ext cx="1447286" cy="24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8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Encrypted,reliable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04583" y="3784435"/>
            <a:ext cx="551783" cy="24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8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storage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66909" y="6118060"/>
            <a:ext cx="1504712" cy="24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8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Detectpatternsand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05294" y="6342631"/>
            <a:ext cx="778383" cy="24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8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anomalies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4841" y="8054111"/>
            <a:ext cx="8849020" cy="21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293" i="1">
                <a:solidFill>
                  <a:srgbClr val="D6E5EF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"The system monitors temperature, pressure, humidity, speed, weight, production quantity, and machine status — all in real time."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228600"/>
            <a:ext cx="11556997" cy="10591800"/>
          </a:xfrm>
          <a:custGeom>
            <a:avLst/>
            <a:gdLst/>
            <a:ahLst/>
            <a:cxnLst/>
            <a:rect l="l" t="t" r="r" b="b"/>
            <a:pathLst>
              <a:path w="11556997" h="7080247">
                <a:moveTo>
                  <a:pt x="0" y="0"/>
                </a:moveTo>
                <a:lnTo>
                  <a:pt x="11556997" y="0"/>
                </a:lnTo>
                <a:lnTo>
                  <a:pt x="11556997" y="7080246"/>
                </a:lnTo>
                <a:lnTo>
                  <a:pt x="0" y="70802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37584" y="1820504"/>
            <a:ext cx="9569329" cy="1336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8"/>
              </a:lnSpc>
            </a:pPr>
            <a:r>
              <a:rPr lang="en-US" sz="2952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What Makes MedFlow AI Innovative?</a:t>
            </a:r>
          </a:p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MedFlow AI is not another data storage tool. It is a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convergence of five advanced technologies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working together to transform manufacturing intelligence.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2981" y="4116600"/>
            <a:ext cx="2792473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ML models trained on production data to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80267" y="4373775"/>
            <a:ext cx="2058867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detect patterns and anomalies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8679" y="6012075"/>
            <a:ext cx="2694861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End-to-end audit trail from raw input to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43713" y="6269250"/>
            <a:ext cx="1688192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finished medical product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31023" y="6297825"/>
            <a:ext cx="2490988" cy="504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Dashboards and reports that surface actionable production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10795" y="5050050"/>
            <a:ext cx="2988907" cy="48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Forecast machine failures before they cause costly downtime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31023" y="3773700"/>
            <a:ext cx="3097597" cy="504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Real-time sensor integration across the entire factory floor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981" y="8686800"/>
            <a:ext cx="9702794" cy="494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293" i="1" dirty="0">
                <a:solidFill>
                  <a:srgbClr val="D6E5EF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"Traditional production software mainly stores information. Our solution goes further by transforming information into knowledge — changing manufacturing from a reactive process into a predictive and intelligent process."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91263" y="5636590"/>
            <a:ext cx="28831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🔍</a:t>
            </a: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9905" y="3734467"/>
            <a:ext cx="288312" cy="26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🧠</a:t>
            </a: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31023" y="3420142"/>
            <a:ext cx="288312" cy="26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⚙</a:t>
            </a: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31023" y="5950915"/>
            <a:ext cx="28831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📊</a:t>
            </a: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10795" y="4684090"/>
            <a:ext cx="28831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🔮</a:t>
            </a: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82540" y="3766233"/>
            <a:ext cx="1852593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73898" y="5671233"/>
            <a:ext cx="1963445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Complete Traceability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13668" y="3451908"/>
            <a:ext cx="1194749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Industrial IoT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13668" y="5985558"/>
            <a:ext cx="1390069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Smart Analytics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93440" y="4718733"/>
            <a:ext cx="2100282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Predictive Maintenance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4672" y="3365344"/>
            <a:ext cx="5127622" cy="2051047"/>
            <a:chOff x="0" y="0"/>
            <a:chExt cx="5127625" cy="2051050"/>
          </a:xfrm>
        </p:grpSpPr>
        <p:sp>
          <p:nvSpPr>
            <p:cNvPr id="3" name="Freeform 3"/>
            <p:cNvSpPr/>
            <p:nvPr/>
          </p:nvSpPr>
          <p:spPr>
            <a:xfrm>
              <a:off x="73025" y="73025"/>
              <a:ext cx="4981575" cy="1905000"/>
            </a:xfrm>
            <a:custGeom>
              <a:avLst/>
              <a:gdLst/>
              <a:ahLst/>
              <a:cxnLst/>
              <a:rect l="l" t="t" r="r" b="b"/>
              <a:pathLst>
                <a:path w="4981575" h="1905000">
                  <a:moveTo>
                    <a:pt x="0" y="1894586"/>
                  </a:moveTo>
                  <a:lnTo>
                    <a:pt x="0" y="10414"/>
                  </a:lnTo>
                  <a:cubicBezTo>
                    <a:pt x="0" y="7493"/>
                    <a:pt x="1016" y="5080"/>
                    <a:pt x="3048" y="3048"/>
                  </a:cubicBezTo>
                  <a:cubicBezTo>
                    <a:pt x="5080" y="1016"/>
                    <a:pt x="7493" y="0"/>
                    <a:pt x="10414" y="0"/>
                  </a:cubicBezTo>
                  <a:lnTo>
                    <a:pt x="4971161" y="0"/>
                  </a:lnTo>
                  <a:cubicBezTo>
                    <a:pt x="4974082" y="0"/>
                    <a:pt x="4976495" y="1016"/>
                    <a:pt x="4978527" y="3048"/>
                  </a:cubicBezTo>
                  <a:cubicBezTo>
                    <a:pt x="4980559" y="5080"/>
                    <a:pt x="4981575" y="7493"/>
                    <a:pt x="4981575" y="10414"/>
                  </a:cubicBezTo>
                  <a:lnTo>
                    <a:pt x="4981575" y="1894586"/>
                  </a:lnTo>
                  <a:cubicBezTo>
                    <a:pt x="4981575" y="1897507"/>
                    <a:pt x="4980559" y="1899920"/>
                    <a:pt x="4978527" y="1901952"/>
                  </a:cubicBezTo>
                  <a:cubicBezTo>
                    <a:pt x="4976495" y="1903984"/>
                    <a:pt x="4974082" y="1905000"/>
                    <a:pt x="4971161" y="1905000"/>
                  </a:cubicBezTo>
                  <a:lnTo>
                    <a:pt x="10414" y="1905000"/>
                  </a:lnTo>
                  <a:cubicBezTo>
                    <a:pt x="7493" y="1905000"/>
                    <a:pt x="5080" y="1903984"/>
                    <a:pt x="3048" y="1901952"/>
                  </a:cubicBezTo>
                  <a:cubicBezTo>
                    <a:pt x="1016" y="1899920"/>
                    <a:pt x="0" y="1897507"/>
                    <a:pt x="0" y="1894586"/>
                  </a:cubicBezTo>
                  <a:close/>
                </a:path>
              </a:pathLst>
            </a:custGeom>
            <a:solidFill>
              <a:srgbClr val="252833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5000625" cy="1924050"/>
            </a:xfrm>
            <a:custGeom>
              <a:avLst/>
              <a:gdLst/>
              <a:ahLst/>
              <a:cxnLst/>
              <a:rect l="l" t="t" r="r" b="b"/>
              <a:pathLst>
                <a:path w="5000625" h="1924050">
                  <a:moveTo>
                    <a:pt x="0" y="1904111"/>
                  </a:moveTo>
                  <a:lnTo>
                    <a:pt x="0" y="19939"/>
                  </a:lnTo>
                  <a:lnTo>
                    <a:pt x="9525" y="19939"/>
                  </a:lnTo>
                  <a:lnTo>
                    <a:pt x="0" y="19939"/>
                  </a:lnTo>
                  <a:cubicBezTo>
                    <a:pt x="0" y="14478"/>
                    <a:pt x="2032" y="9652"/>
                    <a:pt x="5842" y="5842"/>
                  </a:cubicBezTo>
                  <a:cubicBezTo>
                    <a:pt x="9652" y="2032"/>
                    <a:pt x="14478" y="0"/>
                    <a:pt x="19939" y="0"/>
                  </a:cubicBezTo>
                  <a:lnTo>
                    <a:pt x="19939" y="9525"/>
                  </a:lnTo>
                  <a:lnTo>
                    <a:pt x="19939" y="0"/>
                  </a:lnTo>
                  <a:lnTo>
                    <a:pt x="4980686" y="0"/>
                  </a:lnTo>
                  <a:lnTo>
                    <a:pt x="4980686" y="9525"/>
                  </a:lnTo>
                  <a:lnTo>
                    <a:pt x="4980686" y="0"/>
                  </a:lnTo>
                  <a:cubicBezTo>
                    <a:pt x="4986020" y="0"/>
                    <a:pt x="4990973" y="2032"/>
                    <a:pt x="4994783" y="5842"/>
                  </a:cubicBezTo>
                  <a:cubicBezTo>
                    <a:pt x="4998593" y="9652"/>
                    <a:pt x="5000625" y="14478"/>
                    <a:pt x="5000625" y="19939"/>
                  </a:cubicBezTo>
                  <a:lnTo>
                    <a:pt x="5000625" y="1904111"/>
                  </a:lnTo>
                  <a:cubicBezTo>
                    <a:pt x="5000625" y="1909445"/>
                    <a:pt x="4998593" y="1914398"/>
                    <a:pt x="4994783" y="1918208"/>
                  </a:cubicBezTo>
                  <a:cubicBezTo>
                    <a:pt x="4990973" y="1922018"/>
                    <a:pt x="4986147" y="1924050"/>
                    <a:pt x="4980686" y="1924050"/>
                  </a:cubicBezTo>
                  <a:lnTo>
                    <a:pt x="19939" y="1924050"/>
                  </a:lnTo>
                  <a:cubicBezTo>
                    <a:pt x="14605" y="1924050"/>
                    <a:pt x="9652" y="1922018"/>
                    <a:pt x="5842" y="1918208"/>
                  </a:cubicBezTo>
                  <a:cubicBezTo>
                    <a:pt x="2032" y="1914398"/>
                    <a:pt x="0" y="1909572"/>
                    <a:pt x="0" y="1904111"/>
                  </a:cubicBezTo>
                  <a:lnTo>
                    <a:pt x="9525" y="1904111"/>
                  </a:lnTo>
                  <a:lnTo>
                    <a:pt x="0" y="1904111"/>
                  </a:lnTo>
                  <a:moveTo>
                    <a:pt x="19050" y="1904111"/>
                  </a:moveTo>
                  <a:cubicBezTo>
                    <a:pt x="19050" y="1904492"/>
                    <a:pt x="19050" y="1904492"/>
                    <a:pt x="19304" y="1904746"/>
                  </a:cubicBezTo>
                  <a:lnTo>
                    <a:pt x="12573" y="1911477"/>
                  </a:lnTo>
                  <a:lnTo>
                    <a:pt x="19304" y="1904746"/>
                  </a:lnTo>
                  <a:cubicBezTo>
                    <a:pt x="19558" y="1905000"/>
                    <a:pt x="19558" y="1905000"/>
                    <a:pt x="19939" y="1905000"/>
                  </a:cubicBezTo>
                  <a:lnTo>
                    <a:pt x="19939" y="1914525"/>
                  </a:lnTo>
                  <a:lnTo>
                    <a:pt x="19939" y="1905000"/>
                  </a:lnTo>
                  <a:lnTo>
                    <a:pt x="4980686" y="1905000"/>
                  </a:lnTo>
                  <a:lnTo>
                    <a:pt x="4980686" y="1914525"/>
                  </a:lnTo>
                  <a:lnTo>
                    <a:pt x="4980686" y="1905000"/>
                  </a:lnTo>
                  <a:cubicBezTo>
                    <a:pt x="4981067" y="1905000"/>
                    <a:pt x="4981067" y="1905000"/>
                    <a:pt x="4981321" y="1904746"/>
                  </a:cubicBezTo>
                  <a:lnTo>
                    <a:pt x="4988052" y="1911477"/>
                  </a:lnTo>
                  <a:lnTo>
                    <a:pt x="4981321" y="1904746"/>
                  </a:lnTo>
                  <a:cubicBezTo>
                    <a:pt x="4981575" y="1904492"/>
                    <a:pt x="4981575" y="1904492"/>
                    <a:pt x="4981575" y="1904111"/>
                  </a:cubicBezTo>
                  <a:lnTo>
                    <a:pt x="4991100" y="1904111"/>
                  </a:lnTo>
                  <a:lnTo>
                    <a:pt x="4981575" y="1904111"/>
                  </a:lnTo>
                  <a:lnTo>
                    <a:pt x="4981575" y="19939"/>
                  </a:lnTo>
                  <a:lnTo>
                    <a:pt x="4991100" y="19939"/>
                  </a:lnTo>
                  <a:lnTo>
                    <a:pt x="4981575" y="19939"/>
                  </a:lnTo>
                  <a:cubicBezTo>
                    <a:pt x="4981575" y="19558"/>
                    <a:pt x="4981575" y="19558"/>
                    <a:pt x="4981321" y="19304"/>
                  </a:cubicBezTo>
                  <a:lnTo>
                    <a:pt x="4988052" y="12573"/>
                  </a:lnTo>
                  <a:lnTo>
                    <a:pt x="4981321" y="19304"/>
                  </a:lnTo>
                  <a:cubicBezTo>
                    <a:pt x="4981067" y="19050"/>
                    <a:pt x="4981067" y="19050"/>
                    <a:pt x="4980686" y="19050"/>
                  </a:cubicBezTo>
                  <a:lnTo>
                    <a:pt x="19939" y="19050"/>
                  </a:lnTo>
                  <a:cubicBezTo>
                    <a:pt x="19558" y="19050"/>
                    <a:pt x="19558" y="19050"/>
                    <a:pt x="19304" y="19304"/>
                  </a:cubicBezTo>
                  <a:lnTo>
                    <a:pt x="12573" y="12573"/>
                  </a:lnTo>
                  <a:lnTo>
                    <a:pt x="19304" y="19304"/>
                  </a:lnTo>
                  <a:cubicBezTo>
                    <a:pt x="19050" y="19558"/>
                    <a:pt x="19050" y="19558"/>
                    <a:pt x="19050" y="19939"/>
                  </a:cubicBezTo>
                  <a:lnTo>
                    <a:pt x="19050" y="1904111"/>
                  </a:lnTo>
                  <a:close/>
                </a:path>
              </a:pathLst>
            </a:custGeom>
            <a:solidFill>
              <a:srgbClr val="5D606B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82550" y="82550"/>
              <a:ext cx="4962525" cy="476250"/>
            </a:xfrm>
            <a:custGeom>
              <a:avLst/>
              <a:gdLst/>
              <a:ahLst/>
              <a:cxnLst/>
              <a:rect l="l" t="t" r="r" b="b"/>
              <a:pathLst>
                <a:path w="4962525" h="476250">
                  <a:moveTo>
                    <a:pt x="0" y="476250"/>
                  </a:moveTo>
                  <a:lnTo>
                    <a:pt x="0" y="889"/>
                  </a:lnTo>
                  <a:cubicBezTo>
                    <a:pt x="0" y="254"/>
                    <a:pt x="254" y="0"/>
                    <a:pt x="889" y="0"/>
                  </a:cubicBezTo>
                  <a:lnTo>
                    <a:pt x="4961636" y="0"/>
                  </a:lnTo>
                  <a:cubicBezTo>
                    <a:pt x="4962271" y="0"/>
                    <a:pt x="4962525" y="254"/>
                    <a:pt x="4962525" y="889"/>
                  </a:cubicBezTo>
                  <a:lnTo>
                    <a:pt x="4962525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4475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74672" y="5451319"/>
            <a:ext cx="5127622" cy="2308222"/>
            <a:chOff x="0" y="0"/>
            <a:chExt cx="5127625" cy="2308225"/>
          </a:xfrm>
        </p:grpSpPr>
        <p:sp>
          <p:nvSpPr>
            <p:cNvPr id="7" name="Freeform 7"/>
            <p:cNvSpPr/>
            <p:nvPr/>
          </p:nvSpPr>
          <p:spPr>
            <a:xfrm>
              <a:off x="73025" y="73025"/>
              <a:ext cx="4981575" cy="2162175"/>
            </a:xfrm>
            <a:custGeom>
              <a:avLst/>
              <a:gdLst/>
              <a:ahLst/>
              <a:cxnLst/>
              <a:rect l="l" t="t" r="r" b="b"/>
              <a:pathLst>
                <a:path w="4981575" h="2162175">
                  <a:moveTo>
                    <a:pt x="0" y="2151761"/>
                  </a:moveTo>
                  <a:lnTo>
                    <a:pt x="0" y="10414"/>
                  </a:lnTo>
                  <a:cubicBezTo>
                    <a:pt x="0" y="7493"/>
                    <a:pt x="1016" y="5080"/>
                    <a:pt x="3048" y="3048"/>
                  </a:cubicBezTo>
                  <a:cubicBezTo>
                    <a:pt x="5080" y="1016"/>
                    <a:pt x="7493" y="0"/>
                    <a:pt x="10414" y="0"/>
                  </a:cubicBezTo>
                  <a:lnTo>
                    <a:pt x="4971161" y="0"/>
                  </a:lnTo>
                  <a:cubicBezTo>
                    <a:pt x="4974082" y="0"/>
                    <a:pt x="4976495" y="1016"/>
                    <a:pt x="4978527" y="3048"/>
                  </a:cubicBezTo>
                  <a:cubicBezTo>
                    <a:pt x="4980559" y="5080"/>
                    <a:pt x="4981575" y="7493"/>
                    <a:pt x="4981575" y="10414"/>
                  </a:cubicBezTo>
                  <a:lnTo>
                    <a:pt x="4981575" y="2151761"/>
                  </a:lnTo>
                  <a:cubicBezTo>
                    <a:pt x="4981575" y="2154682"/>
                    <a:pt x="4980559" y="2157095"/>
                    <a:pt x="4978527" y="2159127"/>
                  </a:cubicBezTo>
                  <a:cubicBezTo>
                    <a:pt x="4976495" y="2161159"/>
                    <a:pt x="4974082" y="2162175"/>
                    <a:pt x="4971161" y="2162175"/>
                  </a:cubicBezTo>
                  <a:lnTo>
                    <a:pt x="10414" y="2162175"/>
                  </a:lnTo>
                  <a:cubicBezTo>
                    <a:pt x="7493" y="2162175"/>
                    <a:pt x="5080" y="2161159"/>
                    <a:pt x="3048" y="2159127"/>
                  </a:cubicBezTo>
                  <a:cubicBezTo>
                    <a:pt x="1016" y="2157095"/>
                    <a:pt x="0" y="2154682"/>
                    <a:pt x="0" y="2151761"/>
                  </a:cubicBezTo>
                  <a:close/>
                </a:path>
              </a:pathLst>
            </a:custGeom>
            <a:solidFill>
              <a:srgbClr val="252833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63500"/>
              <a:ext cx="5000625" cy="2181225"/>
            </a:xfrm>
            <a:custGeom>
              <a:avLst/>
              <a:gdLst/>
              <a:ahLst/>
              <a:cxnLst/>
              <a:rect l="l" t="t" r="r" b="b"/>
              <a:pathLst>
                <a:path w="5000625" h="2181225">
                  <a:moveTo>
                    <a:pt x="0" y="2161286"/>
                  </a:moveTo>
                  <a:lnTo>
                    <a:pt x="0" y="19939"/>
                  </a:lnTo>
                  <a:lnTo>
                    <a:pt x="9525" y="19939"/>
                  </a:lnTo>
                  <a:lnTo>
                    <a:pt x="0" y="19939"/>
                  </a:lnTo>
                  <a:cubicBezTo>
                    <a:pt x="0" y="14478"/>
                    <a:pt x="2032" y="9652"/>
                    <a:pt x="5842" y="5842"/>
                  </a:cubicBezTo>
                  <a:lnTo>
                    <a:pt x="12573" y="12573"/>
                  </a:lnTo>
                  <a:lnTo>
                    <a:pt x="5842" y="5842"/>
                  </a:lnTo>
                  <a:cubicBezTo>
                    <a:pt x="9652" y="2032"/>
                    <a:pt x="14478" y="0"/>
                    <a:pt x="19939" y="0"/>
                  </a:cubicBezTo>
                  <a:lnTo>
                    <a:pt x="19939" y="9525"/>
                  </a:lnTo>
                  <a:lnTo>
                    <a:pt x="19939" y="0"/>
                  </a:lnTo>
                  <a:lnTo>
                    <a:pt x="4980686" y="0"/>
                  </a:lnTo>
                  <a:lnTo>
                    <a:pt x="4980686" y="9525"/>
                  </a:lnTo>
                  <a:lnTo>
                    <a:pt x="4980686" y="0"/>
                  </a:lnTo>
                  <a:cubicBezTo>
                    <a:pt x="4986020" y="0"/>
                    <a:pt x="4990973" y="2032"/>
                    <a:pt x="4994783" y="5842"/>
                  </a:cubicBezTo>
                  <a:lnTo>
                    <a:pt x="4988052" y="12573"/>
                  </a:lnTo>
                  <a:lnTo>
                    <a:pt x="4994783" y="5842"/>
                  </a:lnTo>
                  <a:cubicBezTo>
                    <a:pt x="4998593" y="9652"/>
                    <a:pt x="5000625" y="14478"/>
                    <a:pt x="5000625" y="19939"/>
                  </a:cubicBezTo>
                  <a:lnTo>
                    <a:pt x="5000625" y="2161286"/>
                  </a:lnTo>
                  <a:cubicBezTo>
                    <a:pt x="5000625" y="2166620"/>
                    <a:pt x="4998593" y="2171573"/>
                    <a:pt x="4994783" y="2175383"/>
                  </a:cubicBezTo>
                  <a:lnTo>
                    <a:pt x="4988052" y="2168652"/>
                  </a:lnTo>
                  <a:lnTo>
                    <a:pt x="4994783" y="2175383"/>
                  </a:lnTo>
                  <a:cubicBezTo>
                    <a:pt x="4990973" y="2179193"/>
                    <a:pt x="4986147" y="2181225"/>
                    <a:pt x="4980686" y="2181225"/>
                  </a:cubicBezTo>
                  <a:lnTo>
                    <a:pt x="4980686" y="2171700"/>
                  </a:lnTo>
                  <a:lnTo>
                    <a:pt x="4980686" y="2181225"/>
                  </a:lnTo>
                  <a:lnTo>
                    <a:pt x="19939" y="2181225"/>
                  </a:lnTo>
                  <a:lnTo>
                    <a:pt x="19939" y="2171700"/>
                  </a:lnTo>
                  <a:lnTo>
                    <a:pt x="19939" y="2181225"/>
                  </a:lnTo>
                  <a:cubicBezTo>
                    <a:pt x="14478" y="2181225"/>
                    <a:pt x="9652" y="2179193"/>
                    <a:pt x="5842" y="2175383"/>
                  </a:cubicBezTo>
                  <a:lnTo>
                    <a:pt x="12573" y="2168652"/>
                  </a:lnTo>
                  <a:lnTo>
                    <a:pt x="5842" y="2175383"/>
                  </a:lnTo>
                  <a:cubicBezTo>
                    <a:pt x="2032" y="2171573"/>
                    <a:pt x="0" y="2166747"/>
                    <a:pt x="0" y="2161286"/>
                  </a:cubicBezTo>
                  <a:lnTo>
                    <a:pt x="9525" y="2161286"/>
                  </a:lnTo>
                  <a:lnTo>
                    <a:pt x="0" y="2161286"/>
                  </a:lnTo>
                  <a:moveTo>
                    <a:pt x="19050" y="2161286"/>
                  </a:moveTo>
                  <a:cubicBezTo>
                    <a:pt x="19050" y="2161667"/>
                    <a:pt x="19050" y="2161667"/>
                    <a:pt x="19304" y="2161921"/>
                  </a:cubicBezTo>
                  <a:cubicBezTo>
                    <a:pt x="19558" y="2162175"/>
                    <a:pt x="19558" y="2162175"/>
                    <a:pt x="19939" y="2162175"/>
                  </a:cubicBezTo>
                  <a:lnTo>
                    <a:pt x="4980686" y="2162175"/>
                  </a:lnTo>
                  <a:cubicBezTo>
                    <a:pt x="4981067" y="2162175"/>
                    <a:pt x="4981067" y="2162175"/>
                    <a:pt x="4981321" y="2161921"/>
                  </a:cubicBezTo>
                  <a:cubicBezTo>
                    <a:pt x="4981575" y="2161667"/>
                    <a:pt x="4981575" y="2161667"/>
                    <a:pt x="4981575" y="2161286"/>
                  </a:cubicBezTo>
                  <a:lnTo>
                    <a:pt x="4991100" y="2161286"/>
                  </a:lnTo>
                  <a:lnTo>
                    <a:pt x="4981575" y="2161286"/>
                  </a:lnTo>
                  <a:lnTo>
                    <a:pt x="4981575" y="19939"/>
                  </a:lnTo>
                  <a:lnTo>
                    <a:pt x="4991100" y="19939"/>
                  </a:lnTo>
                  <a:lnTo>
                    <a:pt x="4981575" y="19939"/>
                  </a:lnTo>
                  <a:cubicBezTo>
                    <a:pt x="4981575" y="19558"/>
                    <a:pt x="4981575" y="19558"/>
                    <a:pt x="4981321" y="19304"/>
                  </a:cubicBezTo>
                  <a:cubicBezTo>
                    <a:pt x="4981067" y="19050"/>
                    <a:pt x="4981067" y="19050"/>
                    <a:pt x="4980686" y="19050"/>
                  </a:cubicBezTo>
                  <a:lnTo>
                    <a:pt x="19939" y="19050"/>
                  </a:lnTo>
                  <a:cubicBezTo>
                    <a:pt x="19558" y="19050"/>
                    <a:pt x="19558" y="19050"/>
                    <a:pt x="19304" y="19304"/>
                  </a:cubicBezTo>
                  <a:cubicBezTo>
                    <a:pt x="19050" y="19558"/>
                    <a:pt x="19050" y="19558"/>
                    <a:pt x="19050" y="19939"/>
                  </a:cubicBezTo>
                  <a:lnTo>
                    <a:pt x="19050" y="2161286"/>
                  </a:lnTo>
                  <a:close/>
                </a:path>
              </a:pathLst>
            </a:custGeom>
            <a:solidFill>
              <a:srgbClr val="5D606B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82550" y="82550"/>
              <a:ext cx="4962525" cy="476250"/>
            </a:xfrm>
            <a:custGeom>
              <a:avLst/>
              <a:gdLst/>
              <a:ahLst/>
              <a:cxnLst/>
              <a:rect l="l" t="t" r="r" b="b"/>
              <a:pathLst>
                <a:path w="4962525" h="476250">
                  <a:moveTo>
                    <a:pt x="0" y="476250"/>
                  </a:moveTo>
                  <a:lnTo>
                    <a:pt x="0" y="889"/>
                  </a:lnTo>
                  <a:cubicBezTo>
                    <a:pt x="0" y="254"/>
                    <a:pt x="254" y="0"/>
                    <a:pt x="889" y="0"/>
                  </a:cubicBezTo>
                  <a:lnTo>
                    <a:pt x="4961636" y="0"/>
                  </a:lnTo>
                  <a:cubicBezTo>
                    <a:pt x="4962271" y="0"/>
                    <a:pt x="4962525" y="254"/>
                    <a:pt x="4962525" y="889"/>
                  </a:cubicBezTo>
                  <a:lnTo>
                    <a:pt x="4962525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4475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5727697" y="3365344"/>
            <a:ext cx="5127622" cy="2051047"/>
            <a:chOff x="0" y="0"/>
            <a:chExt cx="5127625" cy="2051050"/>
          </a:xfrm>
        </p:grpSpPr>
        <p:sp>
          <p:nvSpPr>
            <p:cNvPr id="11" name="Freeform 11"/>
            <p:cNvSpPr/>
            <p:nvPr/>
          </p:nvSpPr>
          <p:spPr>
            <a:xfrm>
              <a:off x="73025" y="73025"/>
              <a:ext cx="4981575" cy="1905000"/>
            </a:xfrm>
            <a:custGeom>
              <a:avLst/>
              <a:gdLst/>
              <a:ahLst/>
              <a:cxnLst/>
              <a:rect l="l" t="t" r="r" b="b"/>
              <a:pathLst>
                <a:path w="4981575" h="1905000">
                  <a:moveTo>
                    <a:pt x="0" y="1894586"/>
                  </a:moveTo>
                  <a:lnTo>
                    <a:pt x="0" y="10414"/>
                  </a:lnTo>
                  <a:cubicBezTo>
                    <a:pt x="0" y="7493"/>
                    <a:pt x="1016" y="5080"/>
                    <a:pt x="3048" y="3048"/>
                  </a:cubicBezTo>
                  <a:cubicBezTo>
                    <a:pt x="5080" y="1016"/>
                    <a:pt x="7493" y="0"/>
                    <a:pt x="10414" y="0"/>
                  </a:cubicBezTo>
                  <a:lnTo>
                    <a:pt x="4971161" y="0"/>
                  </a:lnTo>
                  <a:cubicBezTo>
                    <a:pt x="4974082" y="0"/>
                    <a:pt x="4976495" y="1016"/>
                    <a:pt x="4978527" y="3048"/>
                  </a:cubicBezTo>
                  <a:cubicBezTo>
                    <a:pt x="4980559" y="5080"/>
                    <a:pt x="4981575" y="7493"/>
                    <a:pt x="4981575" y="10414"/>
                  </a:cubicBezTo>
                  <a:lnTo>
                    <a:pt x="4981575" y="1894586"/>
                  </a:lnTo>
                  <a:cubicBezTo>
                    <a:pt x="4981575" y="1897507"/>
                    <a:pt x="4980559" y="1899920"/>
                    <a:pt x="4978527" y="1901952"/>
                  </a:cubicBezTo>
                  <a:cubicBezTo>
                    <a:pt x="4976495" y="1903984"/>
                    <a:pt x="4974082" y="1905000"/>
                    <a:pt x="4971161" y="1905000"/>
                  </a:cubicBezTo>
                  <a:lnTo>
                    <a:pt x="10414" y="1905000"/>
                  </a:lnTo>
                  <a:cubicBezTo>
                    <a:pt x="7493" y="1905000"/>
                    <a:pt x="5080" y="1903984"/>
                    <a:pt x="3048" y="1901952"/>
                  </a:cubicBezTo>
                  <a:cubicBezTo>
                    <a:pt x="1016" y="1899920"/>
                    <a:pt x="0" y="1897507"/>
                    <a:pt x="0" y="1894586"/>
                  </a:cubicBezTo>
                  <a:close/>
                </a:path>
              </a:pathLst>
            </a:custGeom>
            <a:solidFill>
              <a:srgbClr val="252833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63500" y="63500"/>
              <a:ext cx="5000625" cy="1924050"/>
            </a:xfrm>
            <a:custGeom>
              <a:avLst/>
              <a:gdLst/>
              <a:ahLst/>
              <a:cxnLst/>
              <a:rect l="l" t="t" r="r" b="b"/>
              <a:pathLst>
                <a:path w="5000625" h="1924050">
                  <a:moveTo>
                    <a:pt x="0" y="1904111"/>
                  </a:moveTo>
                  <a:lnTo>
                    <a:pt x="0" y="19939"/>
                  </a:lnTo>
                  <a:lnTo>
                    <a:pt x="9525" y="19939"/>
                  </a:lnTo>
                  <a:lnTo>
                    <a:pt x="0" y="19939"/>
                  </a:lnTo>
                  <a:cubicBezTo>
                    <a:pt x="0" y="14478"/>
                    <a:pt x="2032" y="9652"/>
                    <a:pt x="5842" y="5842"/>
                  </a:cubicBezTo>
                  <a:cubicBezTo>
                    <a:pt x="9652" y="2032"/>
                    <a:pt x="14478" y="0"/>
                    <a:pt x="19939" y="0"/>
                  </a:cubicBezTo>
                  <a:lnTo>
                    <a:pt x="19939" y="9525"/>
                  </a:lnTo>
                  <a:lnTo>
                    <a:pt x="19939" y="0"/>
                  </a:lnTo>
                  <a:lnTo>
                    <a:pt x="4980686" y="0"/>
                  </a:lnTo>
                  <a:lnTo>
                    <a:pt x="4980686" y="9525"/>
                  </a:lnTo>
                  <a:lnTo>
                    <a:pt x="4980686" y="0"/>
                  </a:lnTo>
                  <a:cubicBezTo>
                    <a:pt x="4986020" y="0"/>
                    <a:pt x="4990973" y="2032"/>
                    <a:pt x="4994783" y="5842"/>
                  </a:cubicBezTo>
                  <a:cubicBezTo>
                    <a:pt x="4998593" y="9652"/>
                    <a:pt x="5000625" y="14478"/>
                    <a:pt x="5000625" y="19939"/>
                  </a:cubicBezTo>
                  <a:lnTo>
                    <a:pt x="5000625" y="1904111"/>
                  </a:lnTo>
                  <a:cubicBezTo>
                    <a:pt x="5000625" y="1909445"/>
                    <a:pt x="4998593" y="1914398"/>
                    <a:pt x="4994783" y="1918208"/>
                  </a:cubicBezTo>
                  <a:cubicBezTo>
                    <a:pt x="4990973" y="1922018"/>
                    <a:pt x="4986147" y="1924050"/>
                    <a:pt x="4980686" y="1924050"/>
                  </a:cubicBezTo>
                  <a:lnTo>
                    <a:pt x="19939" y="1924050"/>
                  </a:lnTo>
                  <a:cubicBezTo>
                    <a:pt x="14605" y="1924050"/>
                    <a:pt x="9652" y="1922018"/>
                    <a:pt x="5842" y="1918208"/>
                  </a:cubicBezTo>
                  <a:cubicBezTo>
                    <a:pt x="2032" y="1914398"/>
                    <a:pt x="0" y="1909572"/>
                    <a:pt x="0" y="1904111"/>
                  </a:cubicBezTo>
                  <a:lnTo>
                    <a:pt x="9525" y="1904111"/>
                  </a:lnTo>
                  <a:lnTo>
                    <a:pt x="0" y="1904111"/>
                  </a:lnTo>
                  <a:moveTo>
                    <a:pt x="19050" y="1904111"/>
                  </a:moveTo>
                  <a:cubicBezTo>
                    <a:pt x="19050" y="1904492"/>
                    <a:pt x="19050" y="1904492"/>
                    <a:pt x="19304" y="1904746"/>
                  </a:cubicBezTo>
                  <a:lnTo>
                    <a:pt x="12573" y="1911477"/>
                  </a:lnTo>
                  <a:lnTo>
                    <a:pt x="19304" y="1904746"/>
                  </a:lnTo>
                  <a:cubicBezTo>
                    <a:pt x="19558" y="1905000"/>
                    <a:pt x="19558" y="1905000"/>
                    <a:pt x="19939" y="1905000"/>
                  </a:cubicBezTo>
                  <a:lnTo>
                    <a:pt x="19939" y="1914525"/>
                  </a:lnTo>
                  <a:lnTo>
                    <a:pt x="19939" y="1905000"/>
                  </a:lnTo>
                  <a:lnTo>
                    <a:pt x="4980686" y="1905000"/>
                  </a:lnTo>
                  <a:lnTo>
                    <a:pt x="4980686" y="1914525"/>
                  </a:lnTo>
                  <a:lnTo>
                    <a:pt x="4980686" y="1905000"/>
                  </a:lnTo>
                  <a:cubicBezTo>
                    <a:pt x="4981067" y="1905000"/>
                    <a:pt x="4981067" y="1905000"/>
                    <a:pt x="4981321" y="1904746"/>
                  </a:cubicBezTo>
                  <a:lnTo>
                    <a:pt x="4988052" y="1911477"/>
                  </a:lnTo>
                  <a:lnTo>
                    <a:pt x="4981321" y="1904746"/>
                  </a:lnTo>
                  <a:cubicBezTo>
                    <a:pt x="4981575" y="1904492"/>
                    <a:pt x="4981575" y="1904492"/>
                    <a:pt x="4981575" y="1904111"/>
                  </a:cubicBezTo>
                  <a:lnTo>
                    <a:pt x="4991100" y="1904111"/>
                  </a:lnTo>
                  <a:lnTo>
                    <a:pt x="4981575" y="1904111"/>
                  </a:lnTo>
                  <a:lnTo>
                    <a:pt x="4981575" y="19939"/>
                  </a:lnTo>
                  <a:lnTo>
                    <a:pt x="4991100" y="19939"/>
                  </a:lnTo>
                  <a:lnTo>
                    <a:pt x="4981575" y="19939"/>
                  </a:lnTo>
                  <a:cubicBezTo>
                    <a:pt x="4981575" y="19558"/>
                    <a:pt x="4981575" y="19558"/>
                    <a:pt x="4981321" y="19304"/>
                  </a:cubicBezTo>
                  <a:lnTo>
                    <a:pt x="4988052" y="12573"/>
                  </a:lnTo>
                  <a:lnTo>
                    <a:pt x="4981321" y="19304"/>
                  </a:lnTo>
                  <a:cubicBezTo>
                    <a:pt x="4981067" y="19050"/>
                    <a:pt x="4981067" y="19050"/>
                    <a:pt x="4980686" y="19050"/>
                  </a:cubicBezTo>
                  <a:lnTo>
                    <a:pt x="19939" y="19050"/>
                  </a:lnTo>
                  <a:cubicBezTo>
                    <a:pt x="19558" y="19050"/>
                    <a:pt x="19558" y="19050"/>
                    <a:pt x="19304" y="19304"/>
                  </a:cubicBezTo>
                  <a:lnTo>
                    <a:pt x="12573" y="12573"/>
                  </a:lnTo>
                  <a:lnTo>
                    <a:pt x="19304" y="19304"/>
                  </a:lnTo>
                  <a:cubicBezTo>
                    <a:pt x="19050" y="19558"/>
                    <a:pt x="19050" y="19558"/>
                    <a:pt x="19050" y="19939"/>
                  </a:cubicBezTo>
                  <a:lnTo>
                    <a:pt x="19050" y="1904111"/>
                  </a:lnTo>
                  <a:close/>
                </a:path>
              </a:pathLst>
            </a:custGeom>
            <a:solidFill>
              <a:srgbClr val="5D606B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82550" y="82550"/>
              <a:ext cx="4962525" cy="476250"/>
            </a:xfrm>
            <a:custGeom>
              <a:avLst/>
              <a:gdLst/>
              <a:ahLst/>
              <a:cxnLst/>
              <a:rect l="l" t="t" r="r" b="b"/>
              <a:pathLst>
                <a:path w="4962525" h="476250">
                  <a:moveTo>
                    <a:pt x="0" y="476250"/>
                  </a:moveTo>
                  <a:lnTo>
                    <a:pt x="0" y="889"/>
                  </a:lnTo>
                  <a:cubicBezTo>
                    <a:pt x="0" y="254"/>
                    <a:pt x="254" y="0"/>
                    <a:pt x="889" y="0"/>
                  </a:cubicBezTo>
                  <a:lnTo>
                    <a:pt x="4961636" y="0"/>
                  </a:lnTo>
                  <a:cubicBezTo>
                    <a:pt x="4962271" y="0"/>
                    <a:pt x="4962525" y="254"/>
                    <a:pt x="4962525" y="889"/>
                  </a:cubicBezTo>
                  <a:lnTo>
                    <a:pt x="4962525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44752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727697" y="5451319"/>
            <a:ext cx="5127622" cy="2308222"/>
            <a:chOff x="0" y="0"/>
            <a:chExt cx="5127625" cy="2308225"/>
          </a:xfrm>
        </p:grpSpPr>
        <p:sp>
          <p:nvSpPr>
            <p:cNvPr id="15" name="Freeform 15"/>
            <p:cNvSpPr/>
            <p:nvPr/>
          </p:nvSpPr>
          <p:spPr>
            <a:xfrm>
              <a:off x="73025" y="73025"/>
              <a:ext cx="4981575" cy="2162175"/>
            </a:xfrm>
            <a:custGeom>
              <a:avLst/>
              <a:gdLst/>
              <a:ahLst/>
              <a:cxnLst/>
              <a:rect l="l" t="t" r="r" b="b"/>
              <a:pathLst>
                <a:path w="4981575" h="2162175">
                  <a:moveTo>
                    <a:pt x="0" y="2151761"/>
                  </a:moveTo>
                  <a:lnTo>
                    <a:pt x="0" y="10414"/>
                  </a:lnTo>
                  <a:cubicBezTo>
                    <a:pt x="0" y="7493"/>
                    <a:pt x="1016" y="5080"/>
                    <a:pt x="3048" y="3048"/>
                  </a:cubicBezTo>
                  <a:cubicBezTo>
                    <a:pt x="5080" y="1016"/>
                    <a:pt x="7493" y="0"/>
                    <a:pt x="10414" y="0"/>
                  </a:cubicBezTo>
                  <a:lnTo>
                    <a:pt x="4971161" y="0"/>
                  </a:lnTo>
                  <a:cubicBezTo>
                    <a:pt x="4974082" y="0"/>
                    <a:pt x="4976495" y="1016"/>
                    <a:pt x="4978527" y="3048"/>
                  </a:cubicBezTo>
                  <a:cubicBezTo>
                    <a:pt x="4980559" y="5080"/>
                    <a:pt x="4981575" y="7493"/>
                    <a:pt x="4981575" y="10414"/>
                  </a:cubicBezTo>
                  <a:lnTo>
                    <a:pt x="4981575" y="2151761"/>
                  </a:lnTo>
                  <a:cubicBezTo>
                    <a:pt x="4981575" y="2154682"/>
                    <a:pt x="4980559" y="2157095"/>
                    <a:pt x="4978527" y="2159127"/>
                  </a:cubicBezTo>
                  <a:cubicBezTo>
                    <a:pt x="4976495" y="2161159"/>
                    <a:pt x="4974082" y="2162175"/>
                    <a:pt x="4971161" y="2162175"/>
                  </a:cubicBezTo>
                  <a:lnTo>
                    <a:pt x="10414" y="2162175"/>
                  </a:lnTo>
                  <a:cubicBezTo>
                    <a:pt x="7493" y="2162175"/>
                    <a:pt x="5080" y="2161159"/>
                    <a:pt x="3048" y="2159127"/>
                  </a:cubicBezTo>
                  <a:cubicBezTo>
                    <a:pt x="1016" y="2157095"/>
                    <a:pt x="0" y="2154682"/>
                    <a:pt x="0" y="2151761"/>
                  </a:cubicBezTo>
                  <a:close/>
                </a:path>
              </a:pathLst>
            </a:custGeom>
            <a:solidFill>
              <a:srgbClr val="252833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63500" y="63500"/>
              <a:ext cx="5000625" cy="2181225"/>
            </a:xfrm>
            <a:custGeom>
              <a:avLst/>
              <a:gdLst/>
              <a:ahLst/>
              <a:cxnLst/>
              <a:rect l="l" t="t" r="r" b="b"/>
              <a:pathLst>
                <a:path w="5000625" h="2181225">
                  <a:moveTo>
                    <a:pt x="0" y="2161286"/>
                  </a:moveTo>
                  <a:lnTo>
                    <a:pt x="0" y="19939"/>
                  </a:lnTo>
                  <a:lnTo>
                    <a:pt x="9525" y="19939"/>
                  </a:lnTo>
                  <a:lnTo>
                    <a:pt x="0" y="19939"/>
                  </a:lnTo>
                  <a:cubicBezTo>
                    <a:pt x="0" y="14605"/>
                    <a:pt x="2032" y="9652"/>
                    <a:pt x="5842" y="5842"/>
                  </a:cubicBezTo>
                  <a:cubicBezTo>
                    <a:pt x="9652" y="2032"/>
                    <a:pt x="14478" y="0"/>
                    <a:pt x="19939" y="0"/>
                  </a:cubicBezTo>
                  <a:lnTo>
                    <a:pt x="19939" y="9525"/>
                  </a:lnTo>
                  <a:lnTo>
                    <a:pt x="19939" y="0"/>
                  </a:lnTo>
                  <a:lnTo>
                    <a:pt x="4980686" y="0"/>
                  </a:lnTo>
                  <a:lnTo>
                    <a:pt x="4980686" y="9525"/>
                  </a:lnTo>
                  <a:lnTo>
                    <a:pt x="4980686" y="0"/>
                  </a:lnTo>
                  <a:cubicBezTo>
                    <a:pt x="4986020" y="0"/>
                    <a:pt x="4990973" y="2032"/>
                    <a:pt x="4994783" y="5842"/>
                  </a:cubicBezTo>
                  <a:cubicBezTo>
                    <a:pt x="4998593" y="9652"/>
                    <a:pt x="5000625" y="14478"/>
                    <a:pt x="5000625" y="19939"/>
                  </a:cubicBezTo>
                  <a:lnTo>
                    <a:pt x="5000625" y="2161286"/>
                  </a:lnTo>
                  <a:cubicBezTo>
                    <a:pt x="5000625" y="2166620"/>
                    <a:pt x="4998593" y="2171573"/>
                    <a:pt x="4994783" y="2175383"/>
                  </a:cubicBezTo>
                  <a:cubicBezTo>
                    <a:pt x="4990973" y="2179193"/>
                    <a:pt x="4986147" y="2181225"/>
                    <a:pt x="4980686" y="2181225"/>
                  </a:cubicBezTo>
                  <a:lnTo>
                    <a:pt x="4980686" y="2171700"/>
                  </a:lnTo>
                  <a:lnTo>
                    <a:pt x="4980686" y="2181225"/>
                  </a:lnTo>
                  <a:lnTo>
                    <a:pt x="19939" y="2181225"/>
                  </a:lnTo>
                  <a:lnTo>
                    <a:pt x="19939" y="2171700"/>
                  </a:lnTo>
                  <a:lnTo>
                    <a:pt x="19939" y="2181225"/>
                  </a:lnTo>
                  <a:cubicBezTo>
                    <a:pt x="14478" y="2181225"/>
                    <a:pt x="9652" y="2179193"/>
                    <a:pt x="5842" y="2175383"/>
                  </a:cubicBezTo>
                  <a:cubicBezTo>
                    <a:pt x="2032" y="2171573"/>
                    <a:pt x="0" y="2166747"/>
                    <a:pt x="0" y="2161286"/>
                  </a:cubicBezTo>
                  <a:lnTo>
                    <a:pt x="9525" y="2161286"/>
                  </a:lnTo>
                  <a:lnTo>
                    <a:pt x="0" y="2161286"/>
                  </a:lnTo>
                  <a:moveTo>
                    <a:pt x="19050" y="2161286"/>
                  </a:moveTo>
                  <a:cubicBezTo>
                    <a:pt x="19050" y="2161667"/>
                    <a:pt x="19050" y="2161667"/>
                    <a:pt x="19304" y="2161921"/>
                  </a:cubicBezTo>
                  <a:lnTo>
                    <a:pt x="12573" y="2168652"/>
                  </a:lnTo>
                  <a:lnTo>
                    <a:pt x="19304" y="2161921"/>
                  </a:lnTo>
                  <a:cubicBezTo>
                    <a:pt x="19558" y="2162175"/>
                    <a:pt x="19558" y="2162175"/>
                    <a:pt x="19939" y="2162175"/>
                  </a:cubicBezTo>
                  <a:lnTo>
                    <a:pt x="4980686" y="2162175"/>
                  </a:lnTo>
                  <a:cubicBezTo>
                    <a:pt x="4981067" y="2162175"/>
                    <a:pt x="4981067" y="2162175"/>
                    <a:pt x="4981321" y="2161921"/>
                  </a:cubicBezTo>
                  <a:lnTo>
                    <a:pt x="4988052" y="2168652"/>
                  </a:lnTo>
                  <a:lnTo>
                    <a:pt x="4981321" y="2161921"/>
                  </a:lnTo>
                  <a:cubicBezTo>
                    <a:pt x="4981575" y="2161667"/>
                    <a:pt x="4981575" y="2161667"/>
                    <a:pt x="4981575" y="2161286"/>
                  </a:cubicBezTo>
                  <a:lnTo>
                    <a:pt x="4991100" y="2161286"/>
                  </a:lnTo>
                  <a:lnTo>
                    <a:pt x="4981575" y="2161286"/>
                  </a:lnTo>
                  <a:lnTo>
                    <a:pt x="4981575" y="19939"/>
                  </a:lnTo>
                  <a:lnTo>
                    <a:pt x="4991100" y="19939"/>
                  </a:lnTo>
                  <a:lnTo>
                    <a:pt x="4981575" y="19939"/>
                  </a:lnTo>
                  <a:cubicBezTo>
                    <a:pt x="4981575" y="19558"/>
                    <a:pt x="4981575" y="19558"/>
                    <a:pt x="4981321" y="19304"/>
                  </a:cubicBezTo>
                  <a:lnTo>
                    <a:pt x="4988052" y="12573"/>
                  </a:lnTo>
                  <a:lnTo>
                    <a:pt x="4981321" y="19304"/>
                  </a:lnTo>
                  <a:cubicBezTo>
                    <a:pt x="4981067" y="19050"/>
                    <a:pt x="4981067" y="19050"/>
                    <a:pt x="4980686" y="19050"/>
                  </a:cubicBezTo>
                  <a:lnTo>
                    <a:pt x="19939" y="19050"/>
                  </a:lnTo>
                  <a:cubicBezTo>
                    <a:pt x="19558" y="19050"/>
                    <a:pt x="19558" y="19050"/>
                    <a:pt x="19304" y="19304"/>
                  </a:cubicBezTo>
                  <a:lnTo>
                    <a:pt x="12573" y="12573"/>
                  </a:lnTo>
                  <a:lnTo>
                    <a:pt x="19304" y="19304"/>
                  </a:lnTo>
                  <a:cubicBezTo>
                    <a:pt x="19050" y="19558"/>
                    <a:pt x="19050" y="19558"/>
                    <a:pt x="19050" y="19939"/>
                  </a:cubicBezTo>
                  <a:lnTo>
                    <a:pt x="19050" y="2161286"/>
                  </a:lnTo>
                  <a:close/>
                </a:path>
              </a:pathLst>
            </a:custGeom>
            <a:solidFill>
              <a:srgbClr val="5D606B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82550" y="82550"/>
              <a:ext cx="4962525" cy="476250"/>
            </a:xfrm>
            <a:custGeom>
              <a:avLst/>
              <a:gdLst/>
              <a:ahLst/>
              <a:cxnLst/>
              <a:rect l="l" t="t" r="r" b="b"/>
              <a:pathLst>
                <a:path w="4962525" h="476250">
                  <a:moveTo>
                    <a:pt x="0" y="476250"/>
                  </a:moveTo>
                  <a:lnTo>
                    <a:pt x="0" y="889"/>
                  </a:lnTo>
                  <a:cubicBezTo>
                    <a:pt x="0" y="254"/>
                    <a:pt x="254" y="0"/>
                    <a:pt x="889" y="0"/>
                  </a:cubicBezTo>
                  <a:lnTo>
                    <a:pt x="4961636" y="0"/>
                  </a:lnTo>
                  <a:cubicBezTo>
                    <a:pt x="4962271" y="0"/>
                    <a:pt x="4962525" y="254"/>
                    <a:pt x="4962525" y="889"/>
                  </a:cubicBezTo>
                  <a:lnTo>
                    <a:pt x="4962525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44752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637584" y="2156851"/>
            <a:ext cx="6519053" cy="1041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Intelligent Capabilities</a:t>
            </a:r>
          </a:p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Four core capabilities that directly address the operational gaps in medical manufacturing today.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6026" y="6462722"/>
            <a:ext cx="4619435" cy="752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Provides factory managers and supervisors with a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real-time unified view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of all production lines, machine status, KPIs, and alerts — accessible from any device, at any time.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6026" y="4367222"/>
            <a:ext cx="4718114" cy="762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Continuously analyzes production parameters to detect risks and deviations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before they become serious defects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. Reduces reliance on end-of-line inspection and enables in-process correction.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73070" y="6472247"/>
            <a:ext cx="4586954" cy="1000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Generates compliance-ready documentation and performance reports automatically —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eliminating manual documentation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and saving significant administrative time across quality and operations teams.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73070" y="4367222"/>
            <a:ext cx="4763043" cy="762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Uses historical sensor data and AI models to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predict machine failures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before production stops. Shifts maintenance from scheduled intervals to condition-based intervention — minimizing unplanned downtime.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69727" y="5595090"/>
            <a:ext cx="135827" cy="32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8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92796" y="3499590"/>
            <a:ext cx="88763" cy="32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8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28562" y="5595090"/>
            <a:ext cx="132169" cy="32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8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29152" y="3499590"/>
            <a:ext cx="130950" cy="32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8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6026" y="6150454"/>
            <a:ext cx="1545460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Smart Dashboard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6026" y="4064479"/>
            <a:ext cx="1935737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 spc="1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AI Quality Monitoring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73070" y="6150454"/>
            <a:ext cx="1662036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Automatic Reports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973070" y="4064479"/>
            <a:ext cx="2100282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Predictive Maintenance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4672" y="6499222"/>
            <a:ext cx="146047" cy="746122"/>
          </a:xfrm>
          <a:custGeom>
            <a:avLst/>
            <a:gdLst/>
            <a:ahLst/>
            <a:cxnLst/>
            <a:rect l="l" t="t" r="r" b="b"/>
            <a:pathLst>
              <a:path w="146047" h="746122">
                <a:moveTo>
                  <a:pt x="0" y="0"/>
                </a:moveTo>
                <a:lnTo>
                  <a:pt x="146047" y="0"/>
                </a:lnTo>
                <a:lnTo>
                  <a:pt x="146047" y="746122"/>
                </a:lnTo>
                <a:lnTo>
                  <a:pt x="0" y="746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38175" y="4962525"/>
            <a:ext cx="3276600" cy="1428750"/>
            <a:chOff x="0" y="0"/>
            <a:chExt cx="3276600" cy="14287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76600" cy="1428750"/>
            </a:xfrm>
            <a:custGeom>
              <a:avLst/>
              <a:gdLst/>
              <a:ahLst/>
              <a:cxnLst/>
              <a:rect l="l" t="t" r="r" b="b"/>
              <a:pathLst>
                <a:path w="3276600" h="1428750">
                  <a:moveTo>
                    <a:pt x="0" y="1408811"/>
                  </a:moveTo>
                  <a:lnTo>
                    <a:pt x="0" y="19939"/>
                  </a:lnTo>
                  <a:cubicBezTo>
                    <a:pt x="0" y="17272"/>
                    <a:pt x="508" y="14732"/>
                    <a:pt x="1524" y="12319"/>
                  </a:cubicBezTo>
                  <a:cubicBezTo>
                    <a:pt x="2540" y="9906"/>
                    <a:pt x="3937" y="7747"/>
                    <a:pt x="5842" y="5842"/>
                  </a:cubicBezTo>
                  <a:cubicBezTo>
                    <a:pt x="7747" y="3937"/>
                    <a:pt x="9906" y="2540"/>
                    <a:pt x="12319" y="1524"/>
                  </a:cubicBezTo>
                  <a:cubicBezTo>
                    <a:pt x="14732" y="508"/>
                    <a:pt x="17272" y="0"/>
                    <a:pt x="19939" y="0"/>
                  </a:cubicBezTo>
                  <a:lnTo>
                    <a:pt x="3256661" y="0"/>
                  </a:lnTo>
                  <a:cubicBezTo>
                    <a:pt x="3259328" y="0"/>
                    <a:pt x="3261868" y="508"/>
                    <a:pt x="3264281" y="1524"/>
                  </a:cubicBezTo>
                  <a:cubicBezTo>
                    <a:pt x="3266694" y="2540"/>
                    <a:pt x="3268853" y="3937"/>
                    <a:pt x="3270758" y="5842"/>
                  </a:cubicBezTo>
                  <a:cubicBezTo>
                    <a:pt x="3272663" y="7747"/>
                    <a:pt x="3274060" y="9906"/>
                    <a:pt x="3275076" y="12319"/>
                  </a:cubicBezTo>
                  <a:cubicBezTo>
                    <a:pt x="3276092" y="14732"/>
                    <a:pt x="3276600" y="17272"/>
                    <a:pt x="3276600" y="19939"/>
                  </a:cubicBezTo>
                  <a:lnTo>
                    <a:pt x="3276600" y="1408811"/>
                  </a:lnTo>
                  <a:cubicBezTo>
                    <a:pt x="3276600" y="1411478"/>
                    <a:pt x="3276092" y="1414018"/>
                    <a:pt x="3275076" y="1416431"/>
                  </a:cubicBezTo>
                  <a:cubicBezTo>
                    <a:pt x="3274060" y="1418844"/>
                    <a:pt x="3272663" y="1421003"/>
                    <a:pt x="3270758" y="1422908"/>
                  </a:cubicBezTo>
                  <a:cubicBezTo>
                    <a:pt x="3268853" y="1424813"/>
                    <a:pt x="3266694" y="1426210"/>
                    <a:pt x="3264281" y="1427226"/>
                  </a:cubicBezTo>
                  <a:cubicBezTo>
                    <a:pt x="3261868" y="1428242"/>
                    <a:pt x="3259328" y="1428750"/>
                    <a:pt x="3256661" y="1428750"/>
                  </a:cubicBezTo>
                  <a:lnTo>
                    <a:pt x="19939" y="1428750"/>
                  </a:lnTo>
                  <a:cubicBezTo>
                    <a:pt x="17272" y="1428750"/>
                    <a:pt x="14732" y="1428242"/>
                    <a:pt x="12319" y="1427226"/>
                  </a:cubicBezTo>
                  <a:cubicBezTo>
                    <a:pt x="9906" y="1426210"/>
                    <a:pt x="7747" y="1424813"/>
                    <a:pt x="5842" y="1422908"/>
                  </a:cubicBezTo>
                  <a:cubicBezTo>
                    <a:pt x="3937" y="1421003"/>
                    <a:pt x="2540" y="1418844"/>
                    <a:pt x="1524" y="1416431"/>
                  </a:cubicBezTo>
                  <a:cubicBezTo>
                    <a:pt x="508" y="1414018"/>
                    <a:pt x="0" y="1411478"/>
                    <a:pt x="0" y="1408811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4076700" y="4962525"/>
            <a:ext cx="3276600" cy="1428750"/>
            <a:chOff x="0" y="0"/>
            <a:chExt cx="3276600" cy="14287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76600" cy="1428750"/>
            </a:xfrm>
            <a:custGeom>
              <a:avLst/>
              <a:gdLst/>
              <a:ahLst/>
              <a:cxnLst/>
              <a:rect l="l" t="t" r="r" b="b"/>
              <a:pathLst>
                <a:path w="3276600" h="1428750">
                  <a:moveTo>
                    <a:pt x="0" y="1408811"/>
                  </a:moveTo>
                  <a:lnTo>
                    <a:pt x="0" y="19939"/>
                  </a:lnTo>
                  <a:cubicBezTo>
                    <a:pt x="0" y="17272"/>
                    <a:pt x="508" y="14732"/>
                    <a:pt x="1524" y="12319"/>
                  </a:cubicBezTo>
                  <a:cubicBezTo>
                    <a:pt x="2540" y="9906"/>
                    <a:pt x="3937" y="7747"/>
                    <a:pt x="5842" y="5842"/>
                  </a:cubicBezTo>
                  <a:cubicBezTo>
                    <a:pt x="7747" y="3937"/>
                    <a:pt x="9906" y="2540"/>
                    <a:pt x="12319" y="1524"/>
                  </a:cubicBezTo>
                  <a:cubicBezTo>
                    <a:pt x="14732" y="508"/>
                    <a:pt x="17272" y="0"/>
                    <a:pt x="19939" y="0"/>
                  </a:cubicBezTo>
                  <a:lnTo>
                    <a:pt x="3256661" y="0"/>
                  </a:lnTo>
                  <a:cubicBezTo>
                    <a:pt x="3259328" y="0"/>
                    <a:pt x="3261868" y="508"/>
                    <a:pt x="3264281" y="1524"/>
                  </a:cubicBezTo>
                  <a:cubicBezTo>
                    <a:pt x="3266694" y="2540"/>
                    <a:pt x="3268853" y="3937"/>
                    <a:pt x="3270758" y="5842"/>
                  </a:cubicBezTo>
                  <a:cubicBezTo>
                    <a:pt x="3272663" y="7747"/>
                    <a:pt x="3274060" y="9906"/>
                    <a:pt x="3275076" y="12319"/>
                  </a:cubicBezTo>
                  <a:cubicBezTo>
                    <a:pt x="3276092" y="14732"/>
                    <a:pt x="3276600" y="17272"/>
                    <a:pt x="3276600" y="19939"/>
                  </a:cubicBezTo>
                  <a:lnTo>
                    <a:pt x="3276600" y="1408811"/>
                  </a:lnTo>
                  <a:cubicBezTo>
                    <a:pt x="3276600" y="1411478"/>
                    <a:pt x="3276092" y="1414018"/>
                    <a:pt x="3275076" y="1416431"/>
                  </a:cubicBezTo>
                  <a:cubicBezTo>
                    <a:pt x="3274060" y="1418844"/>
                    <a:pt x="3272663" y="1421003"/>
                    <a:pt x="3270758" y="1422908"/>
                  </a:cubicBezTo>
                  <a:cubicBezTo>
                    <a:pt x="3268853" y="1424813"/>
                    <a:pt x="3266694" y="1426210"/>
                    <a:pt x="3264281" y="1427226"/>
                  </a:cubicBezTo>
                  <a:cubicBezTo>
                    <a:pt x="3261868" y="1428242"/>
                    <a:pt x="3259328" y="1428750"/>
                    <a:pt x="3256661" y="1428750"/>
                  </a:cubicBezTo>
                  <a:lnTo>
                    <a:pt x="19939" y="1428750"/>
                  </a:lnTo>
                  <a:cubicBezTo>
                    <a:pt x="17272" y="1428750"/>
                    <a:pt x="14732" y="1428242"/>
                    <a:pt x="12319" y="1427226"/>
                  </a:cubicBezTo>
                  <a:cubicBezTo>
                    <a:pt x="9906" y="1426210"/>
                    <a:pt x="7747" y="1424813"/>
                    <a:pt x="5842" y="1422908"/>
                  </a:cubicBezTo>
                  <a:cubicBezTo>
                    <a:pt x="3937" y="1421003"/>
                    <a:pt x="2540" y="1418844"/>
                    <a:pt x="1524" y="1416431"/>
                  </a:cubicBezTo>
                  <a:cubicBezTo>
                    <a:pt x="508" y="1414018"/>
                    <a:pt x="0" y="1411478"/>
                    <a:pt x="0" y="1408811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574672" y="7299322"/>
            <a:ext cx="10280647" cy="765172"/>
          </a:xfrm>
          <a:custGeom>
            <a:avLst/>
            <a:gdLst/>
            <a:ahLst/>
            <a:cxnLst/>
            <a:rect l="l" t="t" r="r" b="b"/>
            <a:pathLst>
              <a:path w="10280647" h="765172">
                <a:moveTo>
                  <a:pt x="0" y="0"/>
                </a:moveTo>
                <a:lnTo>
                  <a:pt x="10280647" y="0"/>
                </a:lnTo>
                <a:lnTo>
                  <a:pt x="10280647" y="765172"/>
                </a:lnTo>
                <a:lnTo>
                  <a:pt x="0" y="76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515225" y="4962525"/>
            <a:ext cx="3276600" cy="1428750"/>
            <a:chOff x="0" y="0"/>
            <a:chExt cx="3276600" cy="14287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76600" cy="1428750"/>
            </a:xfrm>
            <a:custGeom>
              <a:avLst/>
              <a:gdLst/>
              <a:ahLst/>
              <a:cxnLst/>
              <a:rect l="l" t="t" r="r" b="b"/>
              <a:pathLst>
                <a:path w="3276600" h="1428750">
                  <a:moveTo>
                    <a:pt x="0" y="1408811"/>
                  </a:moveTo>
                  <a:lnTo>
                    <a:pt x="0" y="19939"/>
                  </a:lnTo>
                  <a:cubicBezTo>
                    <a:pt x="0" y="17272"/>
                    <a:pt x="508" y="14732"/>
                    <a:pt x="1524" y="12319"/>
                  </a:cubicBezTo>
                  <a:cubicBezTo>
                    <a:pt x="2540" y="9906"/>
                    <a:pt x="3937" y="7747"/>
                    <a:pt x="5842" y="5842"/>
                  </a:cubicBezTo>
                  <a:cubicBezTo>
                    <a:pt x="7747" y="3937"/>
                    <a:pt x="9906" y="2540"/>
                    <a:pt x="12319" y="1524"/>
                  </a:cubicBezTo>
                  <a:cubicBezTo>
                    <a:pt x="14732" y="508"/>
                    <a:pt x="17272" y="0"/>
                    <a:pt x="19939" y="0"/>
                  </a:cubicBezTo>
                  <a:lnTo>
                    <a:pt x="3256661" y="0"/>
                  </a:lnTo>
                  <a:cubicBezTo>
                    <a:pt x="3259328" y="0"/>
                    <a:pt x="3261868" y="508"/>
                    <a:pt x="3264281" y="1524"/>
                  </a:cubicBezTo>
                  <a:cubicBezTo>
                    <a:pt x="3266694" y="2540"/>
                    <a:pt x="3268853" y="3937"/>
                    <a:pt x="3270758" y="5842"/>
                  </a:cubicBezTo>
                  <a:cubicBezTo>
                    <a:pt x="3272663" y="7747"/>
                    <a:pt x="3274060" y="9906"/>
                    <a:pt x="3275076" y="12319"/>
                  </a:cubicBezTo>
                  <a:cubicBezTo>
                    <a:pt x="3276092" y="14732"/>
                    <a:pt x="3276600" y="17272"/>
                    <a:pt x="3276600" y="19939"/>
                  </a:cubicBezTo>
                  <a:lnTo>
                    <a:pt x="3276600" y="1408811"/>
                  </a:lnTo>
                  <a:cubicBezTo>
                    <a:pt x="3276600" y="1411478"/>
                    <a:pt x="3276092" y="1414018"/>
                    <a:pt x="3275076" y="1416431"/>
                  </a:cubicBezTo>
                  <a:cubicBezTo>
                    <a:pt x="3274060" y="1418844"/>
                    <a:pt x="3272663" y="1421003"/>
                    <a:pt x="3270758" y="1422908"/>
                  </a:cubicBezTo>
                  <a:cubicBezTo>
                    <a:pt x="3268853" y="1424813"/>
                    <a:pt x="3266694" y="1426210"/>
                    <a:pt x="3264281" y="1427226"/>
                  </a:cubicBezTo>
                  <a:cubicBezTo>
                    <a:pt x="3261868" y="1428242"/>
                    <a:pt x="3259328" y="1428750"/>
                    <a:pt x="3256661" y="1428750"/>
                  </a:cubicBezTo>
                  <a:lnTo>
                    <a:pt x="19939" y="1428750"/>
                  </a:lnTo>
                  <a:cubicBezTo>
                    <a:pt x="17272" y="1428750"/>
                    <a:pt x="14732" y="1428242"/>
                    <a:pt x="12319" y="1427226"/>
                  </a:cubicBezTo>
                  <a:cubicBezTo>
                    <a:pt x="9906" y="1426210"/>
                    <a:pt x="7747" y="1424813"/>
                    <a:pt x="5842" y="1422908"/>
                  </a:cubicBezTo>
                  <a:cubicBezTo>
                    <a:pt x="3937" y="1421003"/>
                    <a:pt x="2540" y="1418844"/>
                    <a:pt x="1524" y="1416431"/>
                  </a:cubicBezTo>
                  <a:cubicBezTo>
                    <a:pt x="508" y="1414018"/>
                    <a:pt x="0" y="1411478"/>
                    <a:pt x="0" y="1408811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637584" y="1852203"/>
            <a:ext cx="8448418" cy="1050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Expected Results</a:t>
            </a:r>
          </a:p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MedFlow AI targets measurable, quantifiable improvements across the core pain points of medical manufacturing operations.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6976" y="5424649"/>
            <a:ext cx="2994365" cy="752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Reduce root-cause investigation from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hours to minutes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using AI-powered anomaly tracing and full data lineage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0788" y="4234024"/>
            <a:ext cx="4736173" cy="504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Reduction in manual documentation burden through automated data capture and report generation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35053" y="5424649"/>
            <a:ext cx="2917555" cy="752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Reduce </a:t>
            </a:r>
            <a:r>
              <a:rPr lang="en-US" sz="1254" b="1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unexpected machine downtime</a:t>
            </a: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through predictive maintenance alerts and condition monitoring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5506" y="7548724"/>
            <a:ext cx="8591836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Impact figures (80–90%, 70%+) are team-stated estimates based on platform design assumptions — not yet externally validated.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73130" y="5453224"/>
            <a:ext cx="2758316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Improve overall production efficiency by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73130" y="5700874"/>
            <a:ext cx="2903820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eliminating bottlenecks and enabling data-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73130" y="5958049"/>
            <a:ext cx="1919668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driven operational decisions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02979" y="4234024"/>
            <a:ext cx="4725400" cy="504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Reduction in human data-entry errors by replacing manual input with automated sensor-driven collection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37287" y="3076003"/>
            <a:ext cx="2629976" cy="107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8"/>
              </a:lnSpc>
            </a:pPr>
            <a:r>
              <a:rPr lang="en-US" sz="4141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80–90%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59113" y="3076003"/>
            <a:ext cx="1722139" cy="107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8"/>
              </a:lnSpc>
            </a:pPr>
            <a:r>
              <a:rPr lang="en-US" sz="4141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70%+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6976" y="5071091"/>
            <a:ext cx="288312" cy="26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⏱</a:t>
            </a: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35053" y="5071091"/>
            <a:ext cx="288312" cy="26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⚙</a:t>
            </a: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73130" y="5071091"/>
            <a:ext cx="288312" cy="26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📈</a:t>
            </a: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9621" y="5102857"/>
            <a:ext cx="1650187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Investigation Time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17698" y="5102857"/>
            <a:ext cx="1473784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Machine Uptime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55775" y="5102857"/>
            <a:ext cx="1930194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 spc="1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Production Efficiency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4841" y="6729984"/>
            <a:ext cx="5843226" cy="21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293" i="1">
                <a:solidFill>
                  <a:srgbClr val="D6E5EF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"These improvements directly create economic and operational value for companies."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4672" y="8375647"/>
            <a:ext cx="146047" cy="736597"/>
          </a:xfrm>
          <a:custGeom>
            <a:avLst/>
            <a:gdLst/>
            <a:ahLst/>
            <a:cxnLst/>
            <a:rect l="l" t="t" r="r" b="b"/>
            <a:pathLst>
              <a:path w="146047" h="736597">
                <a:moveTo>
                  <a:pt x="0" y="0"/>
                </a:moveTo>
                <a:lnTo>
                  <a:pt x="146047" y="0"/>
                </a:lnTo>
                <a:lnTo>
                  <a:pt x="146047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60372" y="1498597"/>
            <a:ext cx="5241922" cy="6823072"/>
            <a:chOff x="0" y="0"/>
            <a:chExt cx="5241925" cy="6823075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5114925" cy="6696075"/>
            </a:xfrm>
            <a:custGeom>
              <a:avLst/>
              <a:gdLst/>
              <a:ahLst/>
              <a:cxnLst/>
              <a:rect l="l" t="t" r="r" b="b"/>
              <a:pathLst>
                <a:path w="5114925" h="6696075">
                  <a:moveTo>
                    <a:pt x="0" y="6676136"/>
                  </a:moveTo>
                  <a:lnTo>
                    <a:pt x="0" y="19939"/>
                  </a:lnTo>
                  <a:cubicBezTo>
                    <a:pt x="0" y="17272"/>
                    <a:pt x="508" y="14732"/>
                    <a:pt x="1524" y="12319"/>
                  </a:cubicBezTo>
                  <a:cubicBezTo>
                    <a:pt x="2540" y="9906"/>
                    <a:pt x="3937" y="7747"/>
                    <a:pt x="5842" y="5842"/>
                  </a:cubicBezTo>
                  <a:cubicBezTo>
                    <a:pt x="7747" y="3937"/>
                    <a:pt x="9906" y="2540"/>
                    <a:pt x="12319" y="1524"/>
                  </a:cubicBezTo>
                  <a:cubicBezTo>
                    <a:pt x="14732" y="508"/>
                    <a:pt x="17272" y="0"/>
                    <a:pt x="19939" y="0"/>
                  </a:cubicBezTo>
                  <a:lnTo>
                    <a:pt x="5094986" y="0"/>
                  </a:lnTo>
                  <a:cubicBezTo>
                    <a:pt x="5097653" y="0"/>
                    <a:pt x="5100193" y="508"/>
                    <a:pt x="5102606" y="1524"/>
                  </a:cubicBezTo>
                  <a:cubicBezTo>
                    <a:pt x="5105019" y="2540"/>
                    <a:pt x="5107178" y="3937"/>
                    <a:pt x="5109083" y="5842"/>
                  </a:cubicBezTo>
                  <a:cubicBezTo>
                    <a:pt x="5110988" y="7747"/>
                    <a:pt x="5112385" y="9906"/>
                    <a:pt x="5113401" y="12319"/>
                  </a:cubicBezTo>
                  <a:cubicBezTo>
                    <a:pt x="5114417" y="14732"/>
                    <a:pt x="5114925" y="17272"/>
                    <a:pt x="5114925" y="19939"/>
                  </a:cubicBezTo>
                  <a:lnTo>
                    <a:pt x="5114925" y="6676136"/>
                  </a:lnTo>
                  <a:cubicBezTo>
                    <a:pt x="5114925" y="6678803"/>
                    <a:pt x="5114417" y="6681343"/>
                    <a:pt x="5113401" y="6683756"/>
                  </a:cubicBezTo>
                  <a:cubicBezTo>
                    <a:pt x="5112385" y="6686169"/>
                    <a:pt x="5110988" y="6688328"/>
                    <a:pt x="5109083" y="6690233"/>
                  </a:cubicBezTo>
                  <a:cubicBezTo>
                    <a:pt x="5107178" y="6692138"/>
                    <a:pt x="5105019" y="6693535"/>
                    <a:pt x="5102606" y="6694551"/>
                  </a:cubicBezTo>
                  <a:cubicBezTo>
                    <a:pt x="5100193" y="6695567"/>
                    <a:pt x="5097653" y="6696075"/>
                    <a:pt x="5094986" y="6696075"/>
                  </a:cubicBezTo>
                  <a:lnTo>
                    <a:pt x="19939" y="6696075"/>
                  </a:lnTo>
                  <a:cubicBezTo>
                    <a:pt x="17272" y="6696075"/>
                    <a:pt x="14732" y="6695567"/>
                    <a:pt x="12319" y="6694551"/>
                  </a:cubicBezTo>
                  <a:cubicBezTo>
                    <a:pt x="9906" y="6693535"/>
                    <a:pt x="7747" y="6692138"/>
                    <a:pt x="5842" y="6690233"/>
                  </a:cubicBezTo>
                  <a:cubicBezTo>
                    <a:pt x="3937" y="6688328"/>
                    <a:pt x="2540" y="6686169"/>
                    <a:pt x="1524" y="6683756"/>
                  </a:cubicBezTo>
                  <a:cubicBezTo>
                    <a:pt x="508" y="6681343"/>
                    <a:pt x="0" y="6678803"/>
                    <a:pt x="0" y="6676136"/>
                  </a:cubicBezTo>
                  <a:close/>
                </a:path>
              </a:pathLst>
            </a:custGeom>
            <a:solidFill>
              <a:srgbClr val="F98AC7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225425" y="635000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0" y="342011"/>
                  </a:moveTo>
                  <a:lnTo>
                    <a:pt x="0" y="19939"/>
                  </a:lnTo>
                  <a:cubicBezTo>
                    <a:pt x="0" y="17272"/>
                    <a:pt x="508" y="14732"/>
                    <a:pt x="1524" y="12319"/>
                  </a:cubicBezTo>
                  <a:cubicBezTo>
                    <a:pt x="2540" y="9906"/>
                    <a:pt x="3937" y="7747"/>
                    <a:pt x="5842" y="5842"/>
                  </a:cubicBezTo>
                  <a:cubicBezTo>
                    <a:pt x="7747" y="3937"/>
                    <a:pt x="9906" y="2540"/>
                    <a:pt x="12319" y="1524"/>
                  </a:cubicBezTo>
                  <a:cubicBezTo>
                    <a:pt x="14732" y="508"/>
                    <a:pt x="17272" y="0"/>
                    <a:pt x="19939" y="0"/>
                  </a:cubicBezTo>
                  <a:lnTo>
                    <a:pt x="332486" y="0"/>
                  </a:lnTo>
                  <a:cubicBezTo>
                    <a:pt x="335153" y="0"/>
                    <a:pt x="337693" y="508"/>
                    <a:pt x="340106" y="1524"/>
                  </a:cubicBezTo>
                  <a:cubicBezTo>
                    <a:pt x="342519" y="2540"/>
                    <a:pt x="344678" y="3937"/>
                    <a:pt x="346583" y="5842"/>
                  </a:cubicBezTo>
                  <a:cubicBezTo>
                    <a:pt x="348488" y="7747"/>
                    <a:pt x="349885" y="9906"/>
                    <a:pt x="350901" y="12319"/>
                  </a:cubicBezTo>
                  <a:cubicBezTo>
                    <a:pt x="351917" y="14732"/>
                    <a:pt x="352425" y="17272"/>
                    <a:pt x="352425" y="19939"/>
                  </a:cubicBezTo>
                  <a:lnTo>
                    <a:pt x="352425" y="342011"/>
                  </a:lnTo>
                  <a:cubicBezTo>
                    <a:pt x="352425" y="344678"/>
                    <a:pt x="351917" y="347218"/>
                    <a:pt x="350901" y="349631"/>
                  </a:cubicBezTo>
                  <a:cubicBezTo>
                    <a:pt x="349885" y="352044"/>
                    <a:pt x="348488" y="354203"/>
                    <a:pt x="346583" y="356108"/>
                  </a:cubicBezTo>
                  <a:cubicBezTo>
                    <a:pt x="344678" y="358013"/>
                    <a:pt x="342519" y="359410"/>
                    <a:pt x="340106" y="360426"/>
                  </a:cubicBezTo>
                  <a:cubicBezTo>
                    <a:pt x="337693" y="361442"/>
                    <a:pt x="335153" y="361950"/>
                    <a:pt x="332486" y="361950"/>
                  </a:cubicBezTo>
                  <a:lnTo>
                    <a:pt x="19939" y="361950"/>
                  </a:lnTo>
                  <a:cubicBezTo>
                    <a:pt x="17272" y="361950"/>
                    <a:pt x="14732" y="361442"/>
                    <a:pt x="12319" y="360426"/>
                  </a:cubicBezTo>
                  <a:cubicBezTo>
                    <a:pt x="9906" y="359410"/>
                    <a:pt x="7747" y="358013"/>
                    <a:pt x="5842" y="356108"/>
                  </a:cubicBezTo>
                  <a:cubicBezTo>
                    <a:pt x="3937" y="354203"/>
                    <a:pt x="2540" y="352044"/>
                    <a:pt x="1524" y="349631"/>
                  </a:cubicBezTo>
                  <a:cubicBezTo>
                    <a:pt x="508" y="347218"/>
                    <a:pt x="0" y="344678"/>
                    <a:pt x="0" y="342011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25425" y="1930400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0" y="332486"/>
                  </a:moveTo>
                  <a:lnTo>
                    <a:pt x="0" y="19939"/>
                  </a:lnTo>
                  <a:cubicBezTo>
                    <a:pt x="0" y="17272"/>
                    <a:pt x="508" y="14732"/>
                    <a:pt x="1524" y="12319"/>
                  </a:cubicBezTo>
                  <a:cubicBezTo>
                    <a:pt x="2540" y="9906"/>
                    <a:pt x="3937" y="7747"/>
                    <a:pt x="5842" y="5842"/>
                  </a:cubicBezTo>
                  <a:cubicBezTo>
                    <a:pt x="7747" y="3937"/>
                    <a:pt x="9906" y="2540"/>
                    <a:pt x="12319" y="1524"/>
                  </a:cubicBezTo>
                  <a:cubicBezTo>
                    <a:pt x="14732" y="508"/>
                    <a:pt x="17272" y="0"/>
                    <a:pt x="19939" y="0"/>
                  </a:cubicBezTo>
                  <a:lnTo>
                    <a:pt x="332486" y="0"/>
                  </a:lnTo>
                  <a:cubicBezTo>
                    <a:pt x="335153" y="0"/>
                    <a:pt x="337693" y="508"/>
                    <a:pt x="340106" y="1524"/>
                  </a:cubicBezTo>
                  <a:cubicBezTo>
                    <a:pt x="342519" y="2540"/>
                    <a:pt x="344678" y="3937"/>
                    <a:pt x="346583" y="5842"/>
                  </a:cubicBezTo>
                  <a:cubicBezTo>
                    <a:pt x="348488" y="7747"/>
                    <a:pt x="349885" y="9906"/>
                    <a:pt x="350901" y="12319"/>
                  </a:cubicBezTo>
                  <a:cubicBezTo>
                    <a:pt x="351917" y="14732"/>
                    <a:pt x="352425" y="17272"/>
                    <a:pt x="352425" y="19939"/>
                  </a:cubicBezTo>
                  <a:lnTo>
                    <a:pt x="352425" y="332486"/>
                  </a:lnTo>
                  <a:cubicBezTo>
                    <a:pt x="352425" y="335153"/>
                    <a:pt x="351917" y="337693"/>
                    <a:pt x="350901" y="340106"/>
                  </a:cubicBezTo>
                  <a:cubicBezTo>
                    <a:pt x="349885" y="342519"/>
                    <a:pt x="348488" y="344678"/>
                    <a:pt x="346583" y="346583"/>
                  </a:cubicBezTo>
                  <a:cubicBezTo>
                    <a:pt x="344678" y="348488"/>
                    <a:pt x="342519" y="349885"/>
                    <a:pt x="340106" y="350901"/>
                  </a:cubicBezTo>
                  <a:cubicBezTo>
                    <a:pt x="337693" y="351917"/>
                    <a:pt x="335153" y="352425"/>
                    <a:pt x="332486" y="352425"/>
                  </a:cubicBezTo>
                  <a:lnTo>
                    <a:pt x="19939" y="352425"/>
                  </a:lnTo>
                  <a:cubicBezTo>
                    <a:pt x="17272" y="352425"/>
                    <a:pt x="14732" y="351917"/>
                    <a:pt x="12319" y="350901"/>
                  </a:cubicBezTo>
                  <a:cubicBezTo>
                    <a:pt x="9906" y="349885"/>
                    <a:pt x="7747" y="348488"/>
                    <a:pt x="5842" y="346583"/>
                  </a:cubicBezTo>
                  <a:cubicBezTo>
                    <a:pt x="3937" y="344678"/>
                    <a:pt x="2540" y="342519"/>
                    <a:pt x="1524" y="340106"/>
                  </a:cubicBezTo>
                  <a:cubicBezTo>
                    <a:pt x="508" y="337693"/>
                    <a:pt x="0" y="335153"/>
                    <a:pt x="0" y="332486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225425" y="3216275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0" y="332486"/>
                  </a:moveTo>
                  <a:lnTo>
                    <a:pt x="0" y="19939"/>
                  </a:lnTo>
                  <a:cubicBezTo>
                    <a:pt x="0" y="17272"/>
                    <a:pt x="508" y="14732"/>
                    <a:pt x="1524" y="12319"/>
                  </a:cubicBezTo>
                  <a:cubicBezTo>
                    <a:pt x="2540" y="9906"/>
                    <a:pt x="3937" y="7747"/>
                    <a:pt x="5842" y="5842"/>
                  </a:cubicBezTo>
                  <a:cubicBezTo>
                    <a:pt x="7747" y="3937"/>
                    <a:pt x="9906" y="2540"/>
                    <a:pt x="12319" y="1524"/>
                  </a:cubicBezTo>
                  <a:cubicBezTo>
                    <a:pt x="14732" y="508"/>
                    <a:pt x="17272" y="0"/>
                    <a:pt x="19939" y="0"/>
                  </a:cubicBezTo>
                  <a:lnTo>
                    <a:pt x="332486" y="0"/>
                  </a:lnTo>
                  <a:cubicBezTo>
                    <a:pt x="335153" y="0"/>
                    <a:pt x="337693" y="508"/>
                    <a:pt x="340106" y="1524"/>
                  </a:cubicBezTo>
                  <a:cubicBezTo>
                    <a:pt x="342519" y="2540"/>
                    <a:pt x="344678" y="3937"/>
                    <a:pt x="346583" y="5842"/>
                  </a:cubicBezTo>
                  <a:cubicBezTo>
                    <a:pt x="348488" y="7747"/>
                    <a:pt x="349885" y="9906"/>
                    <a:pt x="350901" y="12319"/>
                  </a:cubicBezTo>
                  <a:cubicBezTo>
                    <a:pt x="351917" y="14732"/>
                    <a:pt x="352425" y="17272"/>
                    <a:pt x="352425" y="19939"/>
                  </a:cubicBezTo>
                  <a:lnTo>
                    <a:pt x="352425" y="332486"/>
                  </a:lnTo>
                  <a:cubicBezTo>
                    <a:pt x="352425" y="335153"/>
                    <a:pt x="351917" y="337693"/>
                    <a:pt x="350901" y="340106"/>
                  </a:cubicBezTo>
                  <a:cubicBezTo>
                    <a:pt x="349885" y="342519"/>
                    <a:pt x="348488" y="344678"/>
                    <a:pt x="346583" y="346583"/>
                  </a:cubicBezTo>
                  <a:cubicBezTo>
                    <a:pt x="344678" y="348488"/>
                    <a:pt x="342519" y="349885"/>
                    <a:pt x="340106" y="350901"/>
                  </a:cubicBezTo>
                  <a:cubicBezTo>
                    <a:pt x="337693" y="351917"/>
                    <a:pt x="335153" y="352425"/>
                    <a:pt x="332486" y="352425"/>
                  </a:cubicBezTo>
                  <a:lnTo>
                    <a:pt x="19939" y="352425"/>
                  </a:lnTo>
                  <a:cubicBezTo>
                    <a:pt x="17272" y="352425"/>
                    <a:pt x="14732" y="351917"/>
                    <a:pt x="12319" y="350901"/>
                  </a:cubicBezTo>
                  <a:cubicBezTo>
                    <a:pt x="9906" y="349885"/>
                    <a:pt x="7747" y="348488"/>
                    <a:pt x="5842" y="346583"/>
                  </a:cubicBezTo>
                  <a:cubicBezTo>
                    <a:pt x="3937" y="344678"/>
                    <a:pt x="2540" y="342519"/>
                    <a:pt x="1524" y="340106"/>
                  </a:cubicBezTo>
                  <a:cubicBezTo>
                    <a:pt x="508" y="337693"/>
                    <a:pt x="0" y="335153"/>
                    <a:pt x="0" y="332486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5904986" y="3632902"/>
            <a:ext cx="418490" cy="543068"/>
          </a:xfrm>
          <a:custGeom>
            <a:avLst/>
            <a:gdLst/>
            <a:ahLst/>
            <a:cxnLst/>
            <a:rect l="l" t="t" r="r" b="b"/>
            <a:pathLst>
              <a:path w="418490" h="543068">
                <a:moveTo>
                  <a:pt x="0" y="0"/>
                </a:moveTo>
                <a:lnTo>
                  <a:pt x="418490" y="0"/>
                </a:lnTo>
                <a:lnTo>
                  <a:pt x="418490" y="543068"/>
                </a:lnTo>
                <a:lnTo>
                  <a:pt x="0" y="543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846131" y="6756997"/>
            <a:ext cx="536191" cy="543173"/>
          </a:xfrm>
          <a:custGeom>
            <a:avLst/>
            <a:gdLst/>
            <a:ahLst/>
            <a:cxnLst/>
            <a:rect l="l" t="t" r="r" b="b"/>
            <a:pathLst>
              <a:path w="536191" h="543173">
                <a:moveTo>
                  <a:pt x="0" y="0"/>
                </a:moveTo>
                <a:lnTo>
                  <a:pt x="536191" y="0"/>
                </a:lnTo>
                <a:lnTo>
                  <a:pt x="536191" y="543173"/>
                </a:lnTo>
                <a:lnTo>
                  <a:pt x="0" y="5431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857113" y="5194983"/>
            <a:ext cx="514236" cy="543087"/>
          </a:xfrm>
          <a:custGeom>
            <a:avLst/>
            <a:gdLst/>
            <a:ahLst/>
            <a:cxnLst/>
            <a:rect l="l" t="t" r="r" b="b"/>
            <a:pathLst>
              <a:path w="514236" h="543087">
                <a:moveTo>
                  <a:pt x="0" y="0"/>
                </a:moveTo>
                <a:lnTo>
                  <a:pt x="514236" y="0"/>
                </a:lnTo>
                <a:lnTo>
                  <a:pt x="514236" y="543087"/>
                </a:lnTo>
                <a:lnTo>
                  <a:pt x="0" y="543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842692" y="2072745"/>
            <a:ext cx="543077" cy="520122"/>
          </a:xfrm>
          <a:custGeom>
            <a:avLst/>
            <a:gdLst/>
            <a:ahLst/>
            <a:cxnLst/>
            <a:rect l="l" t="t" r="r" b="b"/>
            <a:pathLst>
              <a:path w="543077" h="520122">
                <a:moveTo>
                  <a:pt x="0" y="0"/>
                </a:moveTo>
                <a:lnTo>
                  <a:pt x="543078" y="0"/>
                </a:lnTo>
                <a:lnTo>
                  <a:pt x="543078" y="520122"/>
                </a:lnTo>
                <a:lnTo>
                  <a:pt x="0" y="520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37584" y="804453"/>
            <a:ext cx="5810555" cy="514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 spc="2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Who Benefits From MedFlow AI?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3513" y="3455032"/>
            <a:ext cx="2472214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Pharmaceutical Production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2228" y="1702432"/>
            <a:ext cx="1527296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Target Industries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0150" y="2118341"/>
            <a:ext cx="4229148" cy="92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🏭 Medical Device Manufacturers</a:t>
            </a:r>
          </a:p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High-precision production environments with strict regulatory requirements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33513" y="4740907"/>
            <a:ext cx="2907192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Healthcare Equipment Factories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18892" y="1702432"/>
            <a:ext cx="1322984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Platform Users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18892" y="2712082"/>
            <a:ext cx="3673278" cy="634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Factory Managers</a:t>
            </a:r>
          </a:p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Real-time visibility across all production lines and KPIs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18892" y="4283707"/>
            <a:ext cx="4045239" cy="62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 spc="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Quality Engineers</a:t>
            </a:r>
          </a:p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Automated alerts and traceability for compliance and audits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18892" y="5845807"/>
            <a:ext cx="4099989" cy="62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Maintenance Teams</a:t>
            </a:r>
          </a:p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Predictive failure alerts to schedule interventions proactively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18892" y="7407907"/>
            <a:ext cx="4134250" cy="634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Production Supervisors</a:t>
            </a:r>
          </a:p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Instant access to shift performance data and anomaly reports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0150" y="3419456"/>
            <a:ext cx="238068" cy="26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🏭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0150" y="4705331"/>
            <a:ext cx="238068" cy="26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0150" y="3853024"/>
            <a:ext cx="3731838" cy="48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Batch traceability, contamination prevention, and GMP compliance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0150" y="5157949"/>
            <a:ext cx="4291174" cy="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Complex assembly lines requiring continuous quality assurance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4841" y="8606409"/>
            <a:ext cx="6940944" cy="21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293" i="1">
                <a:solidFill>
                  <a:srgbClr val="D6E5EF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"MedFlow AI helps them make faster decisions based on real production data instead of assumptions."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4672" y="4488332"/>
            <a:ext cx="3403597" cy="603247"/>
            <a:chOff x="0" y="0"/>
            <a:chExt cx="3403600" cy="603250"/>
          </a:xfrm>
        </p:grpSpPr>
        <p:sp>
          <p:nvSpPr>
            <p:cNvPr id="3" name="Freeform 3"/>
            <p:cNvSpPr/>
            <p:nvPr/>
          </p:nvSpPr>
          <p:spPr>
            <a:xfrm>
              <a:off x="301625" y="226441"/>
              <a:ext cx="3038475" cy="161925"/>
            </a:xfrm>
            <a:custGeom>
              <a:avLst/>
              <a:gdLst/>
              <a:ahLst/>
              <a:cxnLst/>
              <a:rect l="l" t="t" r="r" b="b"/>
              <a:pathLst>
                <a:path w="3038475" h="161925">
                  <a:moveTo>
                    <a:pt x="0" y="141986"/>
                  </a:moveTo>
                  <a:lnTo>
                    <a:pt x="0" y="19939"/>
                  </a:lnTo>
                  <a:cubicBezTo>
                    <a:pt x="0" y="17272"/>
                    <a:pt x="508" y="14732"/>
                    <a:pt x="1524" y="12319"/>
                  </a:cubicBezTo>
                  <a:cubicBezTo>
                    <a:pt x="2540" y="9906"/>
                    <a:pt x="3937" y="7747"/>
                    <a:pt x="5842" y="5842"/>
                  </a:cubicBezTo>
                  <a:cubicBezTo>
                    <a:pt x="7747" y="3937"/>
                    <a:pt x="9906" y="2540"/>
                    <a:pt x="12319" y="1524"/>
                  </a:cubicBezTo>
                  <a:cubicBezTo>
                    <a:pt x="14732" y="508"/>
                    <a:pt x="17272" y="0"/>
                    <a:pt x="19939" y="0"/>
                  </a:cubicBezTo>
                  <a:lnTo>
                    <a:pt x="3018536" y="0"/>
                  </a:lnTo>
                  <a:cubicBezTo>
                    <a:pt x="3021203" y="0"/>
                    <a:pt x="3023743" y="508"/>
                    <a:pt x="3026156" y="1524"/>
                  </a:cubicBezTo>
                  <a:cubicBezTo>
                    <a:pt x="3028569" y="2540"/>
                    <a:pt x="3030728" y="3937"/>
                    <a:pt x="3032633" y="5842"/>
                  </a:cubicBezTo>
                  <a:cubicBezTo>
                    <a:pt x="3034538" y="7747"/>
                    <a:pt x="3035935" y="9906"/>
                    <a:pt x="3036951" y="12319"/>
                  </a:cubicBezTo>
                  <a:cubicBezTo>
                    <a:pt x="3037967" y="14732"/>
                    <a:pt x="3038475" y="17272"/>
                    <a:pt x="3038475" y="19939"/>
                  </a:cubicBezTo>
                  <a:lnTo>
                    <a:pt x="3038475" y="141986"/>
                  </a:lnTo>
                  <a:cubicBezTo>
                    <a:pt x="3038475" y="144653"/>
                    <a:pt x="3037967" y="147193"/>
                    <a:pt x="3036951" y="149606"/>
                  </a:cubicBezTo>
                  <a:cubicBezTo>
                    <a:pt x="3035935" y="152019"/>
                    <a:pt x="3034538" y="154178"/>
                    <a:pt x="3032633" y="156083"/>
                  </a:cubicBezTo>
                  <a:cubicBezTo>
                    <a:pt x="3030728" y="157988"/>
                    <a:pt x="3028569" y="159385"/>
                    <a:pt x="3026156" y="160401"/>
                  </a:cubicBezTo>
                  <a:cubicBezTo>
                    <a:pt x="3023743" y="161417"/>
                    <a:pt x="3021203" y="161925"/>
                    <a:pt x="3018536" y="161925"/>
                  </a:cubicBezTo>
                  <a:lnTo>
                    <a:pt x="19939" y="161925"/>
                  </a:lnTo>
                  <a:cubicBezTo>
                    <a:pt x="17272" y="161925"/>
                    <a:pt x="14732" y="161417"/>
                    <a:pt x="12319" y="160401"/>
                  </a:cubicBezTo>
                  <a:cubicBezTo>
                    <a:pt x="9906" y="159385"/>
                    <a:pt x="7747" y="157988"/>
                    <a:pt x="5842" y="156083"/>
                  </a:cubicBezTo>
                  <a:cubicBezTo>
                    <a:pt x="3937" y="154178"/>
                    <a:pt x="2540" y="152019"/>
                    <a:pt x="1524" y="149606"/>
                  </a:cubicBezTo>
                  <a:cubicBezTo>
                    <a:pt x="508" y="147193"/>
                    <a:pt x="0" y="144653"/>
                    <a:pt x="0" y="141986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476377" cy="476377"/>
            </a:xfrm>
            <a:custGeom>
              <a:avLst/>
              <a:gdLst/>
              <a:ahLst/>
              <a:cxnLst/>
              <a:rect l="l" t="t" r="r" b="b"/>
              <a:pathLst>
                <a:path w="476377" h="476377">
                  <a:moveTo>
                    <a:pt x="476250" y="238125"/>
                  </a:moveTo>
                  <a:cubicBezTo>
                    <a:pt x="476250" y="245872"/>
                    <a:pt x="475869" y="253746"/>
                    <a:pt x="475107" y="261493"/>
                  </a:cubicBezTo>
                  <a:cubicBezTo>
                    <a:pt x="474345" y="269240"/>
                    <a:pt x="473202" y="276987"/>
                    <a:pt x="471678" y="284607"/>
                  </a:cubicBezTo>
                  <a:cubicBezTo>
                    <a:pt x="470154" y="292227"/>
                    <a:pt x="468249" y="299847"/>
                    <a:pt x="465963" y="307213"/>
                  </a:cubicBezTo>
                  <a:cubicBezTo>
                    <a:pt x="463677" y="314579"/>
                    <a:pt x="461137" y="322072"/>
                    <a:pt x="458089" y="329184"/>
                  </a:cubicBezTo>
                  <a:cubicBezTo>
                    <a:pt x="455041" y="336296"/>
                    <a:pt x="451739" y="343408"/>
                    <a:pt x="448056" y="350266"/>
                  </a:cubicBezTo>
                  <a:cubicBezTo>
                    <a:pt x="444373" y="357124"/>
                    <a:pt x="440436" y="363855"/>
                    <a:pt x="435991" y="370332"/>
                  </a:cubicBezTo>
                  <a:cubicBezTo>
                    <a:pt x="431546" y="376809"/>
                    <a:pt x="426974" y="383032"/>
                    <a:pt x="422021" y="389128"/>
                  </a:cubicBezTo>
                  <a:cubicBezTo>
                    <a:pt x="417068" y="395224"/>
                    <a:pt x="411861" y="400939"/>
                    <a:pt x="406273" y="406400"/>
                  </a:cubicBezTo>
                  <a:cubicBezTo>
                    <a:pt x="400685" y="411861"/>
                    <a:pt x="394970" y="417195"/>
                    <a:pt x="389001" y="422148"/>
                  </a:cubicBezTo>
                  <a:cubicBezTo>
                    <a:pt x="383032" y="427101"/>
                    <a:pt x="376682" y="431673"/>
                    <a:pt x="370205" y="436118"/>
                  </a:cubicBezTo>
                  <a:cubicBezTo>
                    <a:pt x="363728" y="440563"/>
                    <a:pt x="356997" y="444500"/>
                    <a:pt x="350139" y="448183"/>
                  </a:cubicBezTo>
                  <a:cubicBezTo>
                    <a:pt x="343281" y="451866"/>
                    <a:pt x="336169" y="455168"/>
                    <a:pt x="329057" y="458216"/>
                  </a:cubicBezTo>
                  <a:cubicBezTo>
                    <a:pt x="321945" y="461264"/>
                    <a:pt x="314579" y="463804"/>
                    <a:pt x="307086" y="466090"/>
                  </a:cubicBezTo>
                  <a:cubicBezTo>
                    <a:pt x="299593" y="468376"/>
                    <a:pt x="292100" y="470281"/>
                    <a:pt x="284480" y="471805"/>
                  </a:cubicBezTo>
                  <a:cubicBezTo>
                    <a:pt x="276860" y="473329"/>
                    <a:pt x="269113" y="474472"/>
                    <a:pt x="261366" y="475234"/>
                  </a:cubicBezTo>
                  <a:cubicBezTo>
                    <a:pt x="253619" y="475996"/>
                    <a:pt x="245872" y="476377"/>
                    <a:pt x="237998" y="476377"/>
                  </a:cubicBezTo>
                  <a:cubicBezTo>
                    <a:pt x="230124" y="476377"/>
                    <a:pt x="222377" y="475996"/>
                    <a:pt x="214630" y="475234"/>
                  </a:cubicBezTo>
                  <a:cubicBezTo>
                    <a:pt x="206883" y="474472"/>
                    <a:pt x="199136" y="473329"/>
                    <a:pt x="191516" y="471805"/>
                  </a:cubicBezTo>
                  <a:cubicBezTo>
                    <a:pt x="183896" y="470281"/>
                    <a:pt x="176276" y="468376"/>
                    <a:pt x="168910" y="466090"/>
                  </a:cubicBezTo>
                  <a:cubicBezTo>
                    <a:pt x="161544" y="463804"/>
                    <a:pt x="154051" y="461264"/>
                    <a:pt x="146939" y="458216"/>
                  </a:cubicBezTo>
                  <a:cubicBezTo>
                    <a:pt x="139827" y="455168"/>
                    <a:pt x="132715" y="451866"/>
                    <a:pt x="125857" y="448183"/>
                  </a:cubicBezTo>
                  <a:cubicBezTo>
                    <a:pt x="118999" y="444500"/>
                    <a:pt x="112268" y="440563"/>
                    <a:pt x="105791" y="436118"/>
                  </a:cubicBezTo>
                  <a:cubicBezTo>
                    <a:pt x="99314" y="431673"/>
                    <a:pt x="93091" y="427101"/>
                    <a:pt x="86995" y="422148"/>
                  </a:cubicBezTo>
                  <a:cubicBezTo>
                    <a:pt x="80899" y="417195"/>
                    <a:pt x="75184" y="411988"/>
                    <a:pt x="69723" y="406400"/>
                  </a:cubicBezTo>
                  <a:cubicBezTo>
                    <a:pt x="64262" y="400812"/>
                    <a:pt x="58928" y="395097"/>
                    <a:pt x="53975" y="389128"/>
                  </a:cubicBezTo>
                  <a:cubicBezTo>
                    <a:pt x="49022" y="383159"/>
                    <a:pt x="44450" y="376809"/>
                    <a:pt x="40005" y="370332"/>
                  </a:cubicBezTo>
                  <a:cubicBezTo>
                    <a:pt x="35560" y="363855"/>
                    <a:pt x="31623" y="357124"/>
                    <a:pt x="27940" y="350266"/>
                  </a:cubicBezTo>
                  <a:cubicBezTo>
                    <a:pt x="24257" y="343408"/>
                    <a:pt x="20955" y="336296"/>
                    <a:pt x="17907" y="329184"/>
                  </a:cubicBezTo>
                  <a:cubicBezTo>
                    <a:pt x="14859" y="322072"/>
                    <a:pt x="12319" y="314706"/>
                    <a:pt x="10033" y="307213"/>
                  </a:cubicBezTo>
                  <a:cubicBezTo>
                    <a:pt x="7747" y="299720"/>
                    <a:pt x="5842" y="292227"/>
                    <a:pt x="4318" y="284607"/>
                  </a:cubicBezTo>
                  <a:cubicBezTo>
                    <a:pt x="2794" y="276987"/>
                    <a:pt x="1651" y="269240"/>
                    <a:pt x="889" y="261493"/>
                  </a:cubicBezTo>
                  <a:cubicBezTo>
                    <a:pt x="127" y="253746"/>
                    <a:pt x="0" y="245872"/>
                    <a:pt x="0" y="238125"/>
                  </a:cubicBezTo>
                  <a:cubicBezTo>
                    <a:pt x="0" y="230378"/>
                    <a:pt x="381" y="222504"/>
                    <a:pt x="1143" y="214757"/>
                  </a:cubicBezTo>
                  <a:cubicBezTo>
                    <a:pt x="1905" y="207010"/>
                    <a:pt x="3048" y="199263"/>
                    <a:pt x="4572" y="191643"/>
                  </a:cubicBezTo>
                  <a:cubicBezTo>
                    <a:pt x="6096" y="184023"/>
                    <a:pt x="8001" y="176403"/>
                    <a:pt x="10287" y="169037"/>
                  </a:cubicBezTo>
                  <a:cubicBezTo>
                    <a:pt x="12573" y="161671"/>
                    <a:pt x="15113" y="154178"/>
                    <a:pt x="18161" y="147066"/>
                  </a:cubicBezTo>
                  <a:cubicBezTo>
                    <a:pt x="21209" y="139954"/>
                    <a:pt x="24511" y="132842"/>
                    <a:pt x="28194" y="125984"/>
                  </a:cubicBezTo>
                  <a:cubicBezTo>
                    <a:pt x="31877" y="119126"/>
                    <a:pt x="35814" y="112395"/>
                    <a:pt x="40259" y="105918"/>
                  </a:cubicBezTo>
                  <a:cubicBezTo>
                    <a:pt x="44704" y="99441"/>
                    <a:pt x="49276" y="93218"/>
                    <a:pt x="54229" y="87122"/>
                  </a:cubicBezTo>
                  <a:cubicBezTo>
                    <a:pt x="59182" y="81026"/>
                    <a:pt x="64389" y="75311"/>
                    <a:pt x="69977" y="69850"/>
                  </a:cubicBezTo>
                  <a:cubicBezTo>
                    <a:pt x="75565" y="64389"/>
                    <a:pt x="81280" y="59055"/>
                    <a:pt x="87249" y="54102"/>
                  </a:cubicBezTo>
                  <a:cubicBezTo>
                    <a:pt x="93218" y="49149"/>
                    <a:pt x="99568" y="44577"/>
                    <a:pt x="106045" y="40132"/>
                  </a:cubicBezTo>
                  <a:cubicBezTo>
                    <a:pt x="112522" y="35687"/>
                    <a:pt x="119253" y="31750"/>
                    <a:pt x="126111" y="28067"/>
                  </a:cubicBezTo>
                  <a:cubicBezTo>
                    <a:pt x="132969" y="24384"/>
                    <a:pt x="140081" y="21082"/>
                    <a:pt x="147193" y="18034"/>
                  </a:cubicBezTo>
                  <a:cubicBezTo>
                    <a:pt x="154305" y="14986"/>
                    <a:pt x="161671" y="12446"/>
                    <a:pt x="169164" y="10160"/>
                  </a:cubicBezTo>
                  <a:cubicBezTo>
                    <a:pt x="176657" y="7874"/>
                    <a:pt x="184150" y="5969"/>
                    <a:pt x="191770" y="4445"/>
                  </a:cubicBezTo>
                  <a:cubicBezTo>
                    <a:pt x="199390" y="2921"/>
                    <a:pt x="207137" y="1778"/>
                    <a:pt x="214884" y="1016"/>
                  </a:cubicBezTo>
                  <a:cubicBezTo>
                    <a:pt x="222631" y="254"/>
                    <a:pt x="230378" y="0"/>
                    <a:pt x="238125" y="0"/>
                  </a:cubicBezTo>
                  <a:cubicBezTo>
                    <a:pt x="245872" y="0"/>
                    <a:pt x="253746" y="381"/>
                    <a:pt x="261493" y="1143"/>
                  </a:cubicBezTo>
                  <a:cubicBezTo>
                    <a:pt x="269240" y="1905"/>
                    <a:pt x="276987" y="3048"/>
                    <a:pt x="284607" y="4572"/>
                  </a:cubicBezTo>
                  <a:cubicBezTo>
                    <a:pt x="292227" y="6096"/>
                    <a:pt x="299847" y="8001"/>
                    <a:pt x="307213" y="10287"/>
                  </a:cubicBezTo>
                  <a:cubicBezTo>
                    <a:pt x="314579" y="12573"/>
                    <a:pt x="322072" y="15113"/>
                    <a:pt x="329184" y="18161"/>
                  </a:cubicBezTo>
                  <a:cubicBezTo>
                    <a:pt x="336296" y="21209"/>
                    <a:pt x="343408" y="24511"/>
                    <a:pt x="350266" y="28194"/>
                  </a:cubicBezTo>
                  <a:cubicBezTo>
                    <a:pt x="357124" y="31877"/>
                    <a:pt x="363855" y="35814"/>
                    <a:pt x="370332" y="40259"/>
                  </a:cubicBezTo>
                  <a:cubicBezTo>
                    <a:pt x="376809" y="44704"/>
                    <a:pt x="383032" y="49276"/>
                    <a:pt x="389128" y="54229"/>
                  </a:cubicBezTo>
                  <a:cubicBezTo>
                    <a:pt x="395224" y="59182"/>
                    <a:pt x="400939" y="64389"/>
                    <a:pt x="406400" y="69977"/>
                  </a:cubicBezTo>
                  <a:cubicBezTo>
                    <a:pt x="411861" y="75565"/>
                    <a:pt x="417195" y="81280"/>
                    <a:pt x="422148" y="87249"/>
                  </a:cubicBezTo>
                  <a:cubicBezTo>
                    <a:pt x="427101" y="93218"/>
                    <a:pt x="431673" y="99568"/>
                    <a:pt x="436118" y="106045"/>
                  </a:cubicBezTo>
                  <a:cubicBezTo>
                    <a:pt x="440563" y="112522"/>
                    <a:pt x="444500" y="119253"/>
                    <a:pt x="448183" y="126111"/>
                  </a:cubicBezTo>
                  <a:cubicBezTo>
                    <a:pt x="451866" y="132969"/>
                    <a:pt x="455168" y="140081"/>
                    <a:pt x="458216" y="147193"/>
                  </a:cubicBezTo>
                  <a:cubicBezTo>
                    <a:pt x="461264" y="154305"/>
                    <a:pt x="463804" y="161671"/>
                    <a:pt x="466090" y="169164"/>
                  </a:cubicBezTo>
                  <a:cubicBezTo>
                    <a:pt x="468376" y="176657"/>
                    <a:pt x="470281" y="184150"/>
                    <a:pt x="471805" y="191770"/>
                  </a:cubicBezTo>
                  <a:cubicBezTo>
                    <a:pt x="473329" y="199390"/>
                    <a:pt x="474472" y="207137"/>
                    <a:pt x="475234" y="214884"/>
                  </a:cubicBezTo>
                  <a:cubicBezTo>
                    <a:pt x="475996" y="222631"/>
                    <a:pt x="476377" y="230378"/>
                    <a:pt x="476377" y="238252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292740" y="196728"/>
              <a:ext cx="28438" cy="20056"/>
            </a:xfrm>
            <a:custGeom>
              <a:avLst/>
              <a:gdLst/>
              <a:ahLst/>
              <a:cxnLst/>
              <a:rect l="l" t="t" r="r" b="b"/>
              <a:pathLst>
                <a:path w="28438" h="20056">
                  <a:moveTo>
                    <a:pt x="7742" y="630"/>
                  </a:moveTo>
                  <a:lnTo>
                    <a:pt x="25649" y="10155"/>
                  </a:lnTo>
                  <a:cubicBezTo>
                    <a:pt x="28189" y="11552"/>
                    <a:pt x="29205" y="14727"/>
                    <a:pt x="27808" y="17267"/>
                  </a:cubicBezTo>
                  <a:cubicBezTo>
                    <a:pt x="26411" y="19807"/>
                    <a:pt x="23236" y="20823"/>
                    <a:pt x="20696" y="19426"/>
                  </a:cubicBezTo>
                  <a:lnTo>
                    <a:pt x="2789" y="9901"/>
                  </a:lnTo>
                  <a:cubicBezTo>
                    <a:pt x="249" y="8504"/>
                    <a:pt x="-767" y="5329"/>
                    <a:pt x="630" y="2789"/>
                  </a:cubicBezTo>
                  <a:cubicBezTo>
                    <a:pt x="2027" y="249"/>
                    <a:pt x="5202" y="-767"/>
                    <a:pt x="7742" y="63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390657" y="249306"/>
              <a:ext cx="27511" cy="27763"/>
            </a:xfrm>
            <a:custGeom>
              <a:avLst/>
              <a:gdLst/>
              <a:ahLst/>
              <a:cxnLst/>
              <a:rect l="l" t="t" r="r" b="b"/>
              <a:pathLst>
                <a:path w="27511" h="27763">
                  <a:moveTo>
                    <a:pt x="7996" y="503"/>
                  </a:moveTo>
                  <a:cubicBezTo>
                    <a:pt x="20188" y="6853"/>
                    <a:pt x="23109" y="8631"/>
                    <a:pt x="25268" y="10917"/>
                  </a:cubicBezTo>
                  <a:cubicBezTo>
                    <a:pt x="25649" y="11298"/>
                    <a:pt x="25903" y="11679"/>
                    <a:pt x="26157" y="12060"/>
                  </a:cubicBezTo>
                  <a:cubicBezTo>
                    <a:pt x="26411" y="12441"/>
                    <a:pt x="26792" y="13203"/>
                    <a:pt x="26919" y="13965"/>
                  </a:cubicBezTo>
                  <a:cubicBezTo>
                    <a:pt x="27046" y="14473"/>
                    <a:pt x="27173" y="14981"/>
                    <a:pt x="27300" y="15489"/>
                  </a:cubicBezTo>
                  <a:cubicBezTo>
                    <a:pt x="27554" y="16632"/>
                    <a:pt x="27554" y="17648"/>
                    <a:pt x="27427" y="18664"/>
                  </a:cubicBezTo>
                  <a:cubicBezTo>
                    <a:pt x="27427" y="19172"/>
                    <a:pt x="27300" y="19807"/>
                    <a:pt x="27046" y="20315"/>
                  </a:cubicBezTo>
                  <a:cubicBezTo>
                    <a:pt x="26919" y="20569"/>
                    <a:pt x="26792" y="20823"/>
                    <a:pt x="26665" y="21077"/>
                  </a:cubicBezTo>
                  <a:cubicBezTo>
                    <a:pt x="25903" y="22474"/>
                    <a:pt x="24760" y="24252"/>
                    <a:pt x="23236" y="25649"/>
                  </a:cubicBezTo>
                  <a:cubicBezTo>
                    <a:pt x="22855" y="26030"/>
                    <a:pt x="22474" y="26284"/>
                    <a:pt x="22093" y="26411"/>
                  </a:cubicBezTo>
                  <a:cubicBezTo>
                    <a:pt x="20950" y="27046"/>
                    <a:pt x="19680" y="27427"/>
                    <a:pt x="18410" y="27681"/>
                  </a:cubicBezTo>
                  <a:cubicBezTo>
                    <a:pt x="15489" y="28189"/>
                    <a:pt x="12822" y="26284"/>
                    <a:pt x="12187" y="23490"/>
                  </a:cubicBezTo>
                  <a:cubicBezTo>
                    <a:pt x="11552" y="20696"/>
                    <a:pt x="13584" y="17902"/>
                    <a:pt x="16378" y="17267"/>
                  </a:cubicBezTo>
                  <a:cubicBezTo>
                    <a:pt x="16632" y="17267"/>
                    <a:pt x="16886" y="17140"/>
                    <a:pt x="17140" y="17013"/>
                  </a:cubicBezTo>
                  <a:lnTo>
                    <a:pt x="19553" y="21712"/>
                  </a:lnTo>
                  <a:lnTo>
                    <a:pt x="15870" y="17902"/>
                  </a:lnTo>
                  <a:cubicBezTo>
                    <a:pt x="16505" y="17394"/>
                    <a:pt x="16886" y="16632"/>
                    <a:pt x="17013" y="16378"/>
                  </a:cubicBezTo>
                  <a:cubicBezTo>
                    <a:pt x="17013" y="16378"/>
                    <a:pt x="17013" y="16505"/>
                    <a:pt x="17013" y="16505"/>
                  </a:cubicBezTo>
                  <a:lnTo>
                    <a:pt x="21966" y="18410"/>
                  </a:lnTo>
                  <a:lnTo>
                    <a:pt x="16632" y="18156"/>
                  </a:lnTo>
                  <a:cubicBezTo>
                    <a:pt x="16632" y="17521"/>
                    <a:pt x="16632" y="17521"/>
                    <a:pt x="16632" y="17394"/>
                  </a:cubicBezTo>
                  <a:cubicBezTo>
                    <a:pt x="16632" y="17394"/>
                    <a:pt x="16632" y="17267"/>
                    <a:pt x="16505" y="17140"/>
                  </a:cubicBezTo>
                  <a:lnTo>
                    <a:pt x="21204" y="14600"/>
                  </a:lnTo>
                  <a:lnTo>
                    <a:pt x="17394" y="18283"/>
                  </a:lnTo>
                  <a:cubicBezTo>
                    <a:pt x="16759" y="17648"/>
                    <a:pt x="15743" y="16759"/>
                    <a:pt x="2789" y="9901"/>
                  </a:cubicBezTo>
                  <a:cubicBezTo>
                    <a:pt x="249" y="8504"/>
                    <a:pt x="-767" y="5329"/>
                    <a:pt x="630" y="2789"/>
                  </a:cubicBezTo>
                  <a:cubicBezTo>
                    <a:pt x="2027" y="249"/>
                    <a:pt x="5202" y="-767"/>
                    <a:pt x="7742" y="63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314833" y="266446"/>
              <a:ext cx="26416" cy="10795"/>
            </a:xfrm>
            <a:custGeom>
              <a:avLst/>
              <a:gdLst/>
              <a:ahLst/>
              <a:cxnLst/>
              <a:rect l="l" t="t" r="r" b="b"/>
              <a:pathLst>
                <a:path w="26416" h="10795">
                  <a:moveTo>
                    <a:pt x="21082" y="10795"/>
                  </a:moveTo>
                  <a:lnTo>
                    <a:pt x="5207" y="10541"/>
                  </a:lnTo>
                  <a:cubicBezTo>
                    <a:pt x="2286" y="10541"/>
                    <a:pt x="0" y="8128"/>
                    <a:pt x="0" y="5207"/>
                  </a:cubicBezTo>
                  <a:cubicBezTo>
                    <a:pt x="0" y="2286"/>
                    <a:pt x="2413" y="0"/>
                    <a:pt x="5334" y="0"/>
                  </a:cubicBezTo>
                  <a:lnTo>
                    <a:pt x="21209" y="254"/>
                  </a:lnTo>
                  <a:cubicBezTo>
                    <a:pt x="24130" y="254"/>
                    <a:pt x="26416" y="2667"/>
                    <a:pt x="26416" y="5588"/>
                  </a:cubicBezTo>
                  <a:cubicBezTo>
                    <a:pt x="26416" y="8509"/>
                    <a:pt x="24003" y="10795"/>
                    <a:pt x="21082" y="10795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78231" y="259003"/>
              <a:ext cx="20016" cy="17984"/>
            </a:xfrm>
            <a:custGeom>
              <a:avLst/>
              <a:gdLst/>
              <a:ahLst/>
              <a:cxnLst/>
              <a:rect l="l" t="t" r="r" b="b"/>
              <a:pathLst>
                <a:path w="20016" h="17984">
                  <a:moveTo>
                    <a:pt x="14555" y="17984"/>
                  </a:moveTo>
                  <a:cubicBezTo>
                    <a:pt x="9856" y="17984"/>
                    <a:pt x="6173" y="16968"/>
                    <a:pt x="3633" y="14174"/>
                  </a:cubicBezTo>
                  <a:cubicBezTo>
                    <a:pt x="3379" y="13920"/>
                    <a:pt x="3125" y="13666"/>
                    <a:pt x="2998" y="13285"/>
                  </a:cubicBezTo>
                  <a:cubicBezTo>
                    <a:pt x="2109" y="11888"/>
                    <a:pt x="1220" y="9729"/>
                    <a:pt x="331" y="7189"/>
                  </a:cubicBezTo>
                  <a:cubicBezTo>
                    <a:pt x="-685" y="4395"/>
                    <a:pt x="712" y="1347"/>
                    <a:pt x="3506" y="331"/>
                  </a:cubicBezTo>
                  <a:cubicBezTo>
                    <a:pt x="6300" y="-685"/>
                    <a:pt x="9348" y="712"/>
                    <a:pt x="10364" y="3506"/>
                  </a:cubicBezTo>
                  <a:cubicBezTo>
                    <a:pt x="11253" y="5919"/>
                    <a:pt x="11888" y="7316"/>
                    <a:pt x="12269" y="7824"/>
                  </a:cubicBezTo>
                  <a:lnTo>
                    <a:pt x="7697" y="10491"/>
                  </a:lnTo>
                  <a:lnTo>
                    <a:pt x="11634" y="6935"/>
                  </a:lnTo>
                  <a:cubicBezTo>
                    <a:pt x="11888" y="7189"/>
                    <a:pt x="11634" y="7316"/>
                    <a:pt x="14809" y="7316"/>
                  </a:cubicBezTo>
                  <a:cubicBezTo>
                    <a:pt x="17730" y="7316"/>
                    <a:pt x="20016" y="9729"/>
                    <a:pt x="20016" y="12650"/>
                  </a:cubicBezTo>
                  <a:cubicBezTo>
                    <a:pt x="20016" y="15571"/>
                    <a:pt x="17603" y="17857"/>
                    <a:pt x="14682" y="17857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78033" y="196702"/>
              <a:ext cx="125263" cy="72939"/>
            </a:xfrm>
            <a:custGeom>
              <a:avLst/>
              <a:gdLst/>
              <a:ahLst/>
              <a:cxnLst/>
              <a:rect l="l" t="t" r="r" b="b"/>
              <a:pathLst>
                <a:path w="125263" h="72939">
                  <a:moveTo>
                    <a:pt x="122449" y="10054"/>
                  </a:moveTo>
                  <a:lnTo>
                    <a:pt x="7895" y="72284"/>
                  </a:lnTo>
                  <a:cubicBezTo>
                    <a:pt x="5355" y="73681"/>
                    <a:pt x="2053" y="72792"/>
                    <a:pt x="656" y="70125"/>
                  </a:cubicBezTo>
                  <a:cubicBezTo>
                    <a:pt x="-741" y="67458"/>
                    <a:pt x="148" y="64283"/>
                    <a:pt x="2815" y="62886"/>
                  </a:cubicBezTo>
                  <a:lnTo>
                    <a:pt x="117369" y="656"/>
                  </a:lnTo>
                  <a:cubicBezTo>
                    <a:pt x="119909" y="-741"/>
                    <a:pt x="123211" y="148"/>
                    <a:pt x="124608" y="2815"/>
                  </a:cubicBezTo>
                  <a:cubicBezTo>
                    <a:pt x="126005" y="5482"/>
                    <a:pt x="125116" y="8657"/>
                    <a:pt x="122449" y="10054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77368" y="221234"/>
              <a:ext cx="40640" cy="40767"/>
            </a:xfrm>
            <a:custGeom>
              <a:avLst/>
              <a:gdLst/>
              <a:ahLst/>
              <a:cxnLst/>
              <a:rect l="l" t="t" r="r" b="b"/>
              <a:pathLst>
                <a:path w="40640" h="40767">
                  <a:moveTo>
                    <a:pt x="40640" y="20447"/>
                  </a:moveTo>
                  <a:cubicBezTo>
                    <a:pt x="40640" y="23114"/>
                    <a:pt x="40132" y="25654"/>
                    <a:pt x="39116" y="28194"/>
                  </a:cubicBezTo>
                  <a:lnTo>
                    <a:pt x="34163" y="26162"/>
                  </a:lnTo>
                  <a:lnTo>
                    <a:pt x="39116" y="28194"/>
                  </a:lnTo>
                  <a:cubicBezTo>
                    <a:pt x="38100" y="30607"/>
                    <a:pt x="36576" y="32893"/>
                    <a:pt x="34671" y="34798"/>
                  </a:cubicBezTo>
                  <a:lnTo>
                    <a:pt x="30988" y="31115"/>
                  </a:lnTo>
                  <a:lnTo>
                    <a:pt x="34671" y="34798"/>
                  </a:lnTo>
                  <a:cubicBezTo>
                    <a:pt x="32766" y="36703"/>
                    <a:pt x="30607" y="38100"/>
                    <a:pt x="28067" y="39243"/>
                  </a:cubicBezTo>
                  <a:cubicBezTo>
                    <a:pt x="25654" y="40259"/>
                    <a:pt x="22987" y="40767"/>
                    <a:pt x="20320" y="40767"/>
                  </a:cubicBezTo>
                  <a:lnTo>
                    <a:pt x="20320" y="35306"/>
                  </a:lnTo>
                  <a:lnTo>
                    <a:pt x="20320" y="40640"/>
                  </a:lnTo>
                  <a:cubicBezTo>
                    <a:pt x="17653" y="40640"/>
                    <a:pt x="15113" y="40132"/>
                    <a:pt x="12573" y="39116"/>
                  </a:cubicBezTo>
                  <a:cubicBezTo>
                    <a:pt x="10160" y="38100"/>
                    <a:pt x="7874" y="36576"/>
                    <a:pt x="5969" y="34671"/>
                  </a:cubicBezTo>
                  <a:lnTo>
                    <a:pt x="9652" y="30988"/>
                  </a:lnTo>
                  <a:lnTo>
                    <a:pt x="5969" y="34671"/>
                  </a:lnTo>
                  <a:cubicBezTo>
                    <a:pt x="4064" y="32766"/>
                    <a:pt x="2667" y="30607"/>
                    <a:pt x="1524" y="28067"/>
                  </a:cubicBezTo>
                  <a:lnTo>
                    <a:pt x="6477" y="26035"/>
                  </a:lnTo>
                  <a:lnTo>
                    <a:pt x="1524" y="28067"/>
                  </a:lnTo>
                  <a:cubicBezTo>
                    <a:pt x="508" y="25654"/>
                    <a:pt x="0" y="22987"/>
                    <a:pt x="0" y="20320"/>
                  </a:cubicBezTo>
                  <a:lnTo>
                    <a:pt x="5334" y="20320"/>
                  </a:lnTo>
                  <a:lnTo>
                    <a:pt x="0" y="20320"/>
                  </a:lnTo>
                  <a:cubicBezTo>
                    <a:pt x="0" y="17653"/>
                    <a:pt x="508" y="15113"/>
                    <a:pt x="1524" y="12573"/>
                  </a:cubicBezTo>
                  <a:lnTo>
                    <a:pt x="6477" y="14605"/>
                  </a:lnTo>
                  <a:lnTo>
                    <a:pt x="1524" y="12573"/>
                  </a:lnTo>
                  <a:cubicBezTo>
                    <a:pt x="2540" y="10160"/>
                    <a:pt x="4064" y="7874"/>
                    <a:pt x="5969" y="5969"/>
                  </a:cubicBezTo>
                  <a:cubicBezTo>
                    <a:pt x="7874" y="4064"/>
                    <a:pt x="10033" y="2667"/>
                    <a:pt x="12573" y="1524"/>
                  </a:cubicBezTo>
                  <a:lnTo>
                    <a:pt x="14605" y="6477"/>
                  </a:lnTo>
                  <a:lnTo>
                    <a:pt x="12573" y="1524"/>
                  </a:lnTo>
                  <a:cubicBezTo>
                    <a:pt x="14986" y="508"/>
                    <a:pt x="17653" y="0"/>
                    <a:pt x="20320" y="0"/>
                  </a:cubicBezTo>
                  <a:lnTo>
                    <a:pt x="20320" y="5334"/>
                  </a:lnTo>
                  <a:lnTo>
                    <a:pt x="20320" y="0"/>
                  </a:lnTo>
                  <a:cubicBezTo>
                    <a:pt x="22987" y="0"/>
                    <a:pt x="25527" y="508"/>
                    <a:pt x="28067" y="1524"/>
                  </a:cubicBezTo>
                  <a:lnTo>
                    <a:pt x="26035" y="6477"/>
                  </a:lnTo>
                  <a:lnTo>
                    <a:pt x="28067" y="1524"/>
                  </a:lnTo>
                  <a:cubicBezTo>
                    <a:pt x="30480" y="2540"/>
                    <a:pt x="32766" y="4064"/>
                    <a:pt x="34671" y="5969"/>
                  </a:cubicBezTo>
                  <a:cubicBezTo>
                    <a:pt x="36576" y="7874"/>
                    <a:pt x="37973" y="10033"/>
                    <a:pt x="39116" y="12573"/>
                  </a:cubicBezTo>
                  <a:lnTo>
                    <a:pt x="34163" y="14605"/>
                  </a:lnTo>
                  <a:lnTo>
                    <a:pt x="39116" y="12573"/>
                  </a:lnTo>
                  <a:cubicBezTo>
                    <a:pt x="40132" y="14986"/>
                    <a:pt x="40640" y="17653"/>
                    <a:pt x="40640" y="20320"/>
                  </a:cubicBezTo>
                  <a:lnTo>
                    <a:pt x="35306" y="20320"/>
                  </a:lnTo>
                  <a:lnTo>
                    <a:pt x="40640" y="20320"/>
                  </a:lnTo>
                  <a:moveTo>
                    <a:pt x="30099" y="20320"/>
                  </a:moveTo>
                  <a:cubicBezTo>
                    <a:pt x="30099" y="19050"/>
                    <a:pt x="29845" y="17780"/>
                    <a:pt x="29337" y="16637"/>
                  </a:cubicBezTo>
                  <a:cubicBezTo>
                    <a:pt x="28829" y="15494"/>
                    <a:pt x="28194" y="14478"/>
                    <a:pt x="27305" y="13462"/>
                  </a:cubicBezTo>
                  <a:lnTo>
                    <a:pt x="30988" y="9779"/>
                  </a:lnTo>
                  <a:lnTo>
                    <a:pt x="27305" y="13462"/>
                  </a:lnTo>
                  <a:cubicBezTo>
                    <a:pt x="26416" y="12573"/>
                    <a:pt x="25400" y="11811"/>
                    <a:pt x="24130" y="11430"/>
                  </a:cubicBezTo>
                  <a:cubicBezTo>
                    <a:pt x="22987" y="10922"/>
                    <a:pt x="21717" y="10668"/>
                    <a:pt x="20447" y="10668"/>
                  </a:cubicBezTo>
                  <a:cubicBezTo>
                    <a:pt x="19177" y="10668"/>
                    <a:pt x="17907" y="10922"/>
                    <a:pt x="16764" y="11430"/>
                  </a:cubicBezTo>
                  <a:cubicBezTo>
                    <a:pt x="15621" y="11938"/>
                    <a:pt x="14605" y="12573"/>
                    <a:pt x="13589" y="13462"/>
                  </a:cubicBezTo>
                  <a:lnTo>
                    <a:pt x="9906" y="9779"/>
                  </a:lnTo>
                  <a:lnTo>
                    <a:pt x="13589" y="13462"/>
                  </a:lnTo>
                  <a:cubicBezTo>
                    <a:pt x="12700" y="14351"/>
                    <a:pt x="11938" y="15367"/>
                    <a:pt x="11557" y="16637"/>
                  </a:cubicBezTo>
                  <a:cubicBezTo>
                    <a:pt x="11049" y="17780"/>
                    <a:pt x="10795" y="19050"/>
                    <a:pt x="10795" y="20320"/>
                  </a:cubicBezTo>
                  <a:cubicBezTo>
                    <a:pt x="10795" y="21590"/>
                    <a:pt x="11049" y="22860"/>
                    <a:pt x="11557" y="24003"/>
                  </a:cubicBezTo>
                  <a:cubicBezTo>
                    <a:pt x="12065" y="25146"/>
                    <a:pt x="12700" y="26162"/>
                    <a:pt x="13589" y="27178"/>
                  </a:cubicBezTo>
                  <a:cubicBezTo>
                    <a:pt x="14478" y="28067"/>
                    <a:pt x="15494" y="28829"/>
                    <a:pt x="16764" y="29210"/>
                  </a:cubicBezTo>
                  <a:lnTo>
                    <a:pt x="14732" y="34163"/>
                  </a:lnTo>
                  <a:lnTo>
                    <a:pt x="16764" y="29210"/>
                  </a:lnTo>
                  <a:cubicBezTo>
                    <a:pt x="17907" y="29718"/>
                    <a:pt x="19177" y="29972"/>
                    <a:pt x="20447" y="29972"/>
                  </a:cubicBezTo>
                  <a:cubicBezTo>
                    <a:pt x="21717" y="29972"/>
                    <a:pt x="22987" y="29718"/>
                    <a:pt x="24130" y="29210"/>
                  </a:cubicBezTo>
                  <a:lnTo>
                    <a:pt x="26162" y="34163"/>
                  </a:lnTo>
                  <a:lnTo>
                    <a:pt x="24130" y="29210"/>
                  </a:lnTo>
                  <a:cubicBezTo>
                    <a:pt x="25273" y="28702"/>
                    <a:pt x="26289" y="28067"/>
                    <a:pt x="27305" y="27178"/>
                  </a:cubicBezTo>
                  <a:cubicBezTo>
                    <a:pt x="28194" y="26289"/>
                    <a:pt x="28956" y="25273"/>
                    <a:pt x="29337" y="24003"/>
                  </a:cubicBezTo>
                  <a:cubicBezTo>
                    <a:pt x="29718" y="22733"/>
                    <a:pt x="30099" y="21590"/>
                    <a:pt x="30099" y="2032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303401" y="245362"/>
              <a:ext cx="11942" cy="11815"/>
            </a:xfrm>
            <a:custGeom>
              <a:avLst/>
              <a:gdLst/>
              <a:ahLst/>
              <a:cxnLst/>
              <a:rect l="l" t="t" r="r" b="b"/>
              <a:pathLst>
                <a:path w="11942" h="11815">
                  <a:moveTo>
                    <a:pt x="1907" y="2415"/>
                  </a:moveTo>
                  <a:lnTo>
                    <a:pt x="3177" y="1272"/>
                  </a:lnTo>
                  <a:cubicBezTo>
                    <a:pt x="5463" y="-633"/>
                    <a:pt x="8765" y="-379"/>
                    <a:pt x="10670" y="1907"/>
                  </a:cubicBezTo>
                  <a:cubicBezTo>
                    <a:pt x="12575" y="4193"/>
                    <a:pt x="12321" y="7495"/>
                    <a:pt x="10035" y="9400"/>
                  </a:cubicBezTo>
                  <a:lnTo>
                    <a:pt x="8765" y="10543"/>
                  </a:lnTo>
                  <a:cubicBezTo>
                    <a:pt x="6479" y="12448"/>
                    <a:pt x="3177" y="12194"/>
                    <a:pt x="1272" y="9908"/>
                  </a:cubicBezTo>
                  <a:cubicBezTo>
                    <a:pt x="-633" y="7622"/>
                    <a:pt x="-379" y="4320"/>
                    <a:pt x="1907" y="2415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11963" y="285877"/>
              <a:ext cx="10795" cy="90678"/>
            </a:xfrm>
            <a:custGeom>
              <a:avLst/>
              <a:gdLst/>
              <a:ahLst/>
              <a:cxnLst/>
              <a:rect l="l" t="t" r="r" b="b"/>
              <a:pathLst>
                <a:path w="10795" h="90678">
                  <a:moveTo>
                    <a:pt x="0" y="85344"/>
                  </a:moveTo>
                  <a:lnTo>
                    <a:pt x="127" y="5334"/>
                  </a:lnTo>
                  <a:cubicBezTo>
                    <a:pt x="127" y="2413"/>
                    <a:pt x="2540" y="0"/>
                    <a:pt x="5461" y="0"/>
                  </a:cubicBezTo>
                  <a:cubicBezTo>
                    <a:pt x="8382" y="0"/>
                    <a:pt x="10795" y="2413"/>
                    <a:pt x="10795" y="5334"/>
                  </a:cubicBezTo>
                  <a:lnTo>
                    <a:pt x="10668" y="85344"/>
                  </a:lnTo>
                  <a:cubicBezTo>
                    <a:pt x="10668" y="88265"/>
                    <a:pt x="8255" y="90678"/>
                    <a:pt x="5334" y="90678"/>
                  </a:cubicBezTo>
                  <a:cubicBezTo>
                    <a:pt x="2413" y="90678"/>
                    <a:pt x="0" y="88265"/>
                    <a:pt x="0" y="85344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66192" y="286258"/>
              <a:ext cx="10922" cy="89916"/>
            </a:xfrm>
            <a:custGeom>
              <a:avLst/>
              <a:gdLst/>
              <a:ahLst/>
              <a:cxnLst/>
              <a:rect l="l" t="t" r="r" b="b"/>
              <a:pathLst>
                <a:path w="10922" h="89916">
                  <a:moveTo>
                    <a:pt x="10668" y="5334"/>
                  </a:moveTo>
                  <a:lnTo>
                    <a:pt x="10922" y="84582"/>
                  </a:lnTo>
                  <a:cubicBezTo>
                    <a:pt x="10922" y="87503"/>
                    <a:pt x="8509" y="89916"/>
                    <a:pt x="5588" y="89916"/>
                  </a:cubicBezTo>
                  <a:cubicBezTo>
                    <a:pt x="2667" y="89916"/>
                    <a:pt x="254" y="87503"/>
                    <a:pt x="254" y="84582"/>
                  </a:cubicBezTo>
                  <a:lnTo>
                    <a:pt x="0" y="5334"/>
                  </a:lnTo>
                  <a:cubicBezTo>
                    <a:pt x="0" y="2413"/>
                    <a:pt x="2413" y="0"/>
                    <a:pt x="5334" y="0"/>
                  </a:cubicBezTo>
                  <a:cubicBezTo>
                    <a:pt x="8255" y="0"/>
                    <a:pt x="10668" y="2413"/>
                    <a:pt x="10668" y="5334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310647" y="206253"/>
              <a:ext cx="90795" cy="53457"/>
            </a:xfrm>
            <a:custGeom>
              <a:avLst/>
              <a:gdLst/>
              <a:ahLst/>
              <a:cxnLst/>
              <a:rect l="l" t="t" r="r" b="b"/>
              <a:pathLst>
                <a:path w="90795" h="53457">
                  <a:moveTo>
                    <a:pt x="7742" y="630"/>
                  </a:moveTo>
                  <a:lnTo>
                    <a:pt x="88006" y="43556"/>
                  </a:lnTo>
                  <a:cubicBezTo>
                    <a:pt x="90546" y="44953"/>
                    <a:pt x="91562" y="48128"/>
                    <a:pt x="90165" y="50668"/>
                  </a:cubicBezTo>
                  <a:cubicBezTo>
                    <a:pt x="88768" y="53208"/>
                    <a:pt x="85593" y="54224"/>
                    <a:pt x="83053" y="52827"/>
                  </a:cubicBezTo>
                  <a:lnTo>
                    <a:pt x="2789" y="9901"/>
                  </a:lnTo>
                  <a:cubicBezTo>
                    <a:pt x="249" y="8504"/>
                    <a:pt x="-767" y="5329"/>
                    <a:pt x="630" y="2789"/>
                  </a:cubicBezTo>
                  <a:cubicBezTo>
                    <a:pt x="2027" y="249"/>
                    <a:pt x="5202" y="-767"/>
                    <a:pt x="7742" y="63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320548" y="286639"/>
              <a:ext cx="10668" cy="89789"/>
            </a:xfrm>
            <a:custGeom>
              <a:avLst/>
              <a:gdLst/>
              <a:ahLst/>
              <a:cxnLst/>
              <a:rect l="l" t="t" r="r" b="b"/>
              <a:pathLst>
                <a:path w="10668" h="89789">
                  <a:moveTo>
                    <a:pt x="0" y="84455"/>
                  </a:moveTo>
                  <a:lnTo>
                    <a:pt x="0" y="5334"/>
                  </a:lnTo>
                  <a:cubicBezTo>
                    <a:pt x="0" y="2413"/>
                    <a:pt x="2413" y="0"/>
                    <a:pt x="5334" y="0"/>
                  </a:cubicBezTo>
                  <a:cubicBezTo>
                    <a:pt x="8255" y="0"/>
                    <a:pt x="10668" y="2413"/>
                    <a:pt x="10668" y="5334"/>
                  </a:cubicBezTo>
                  <a:lnTo>
                    <a:pt x="10668" y="84455"/>
                  </a:lnTo>
                  <a:cubicBezTo>
                    <a:pt x="10668" y="87376"/>
                    <a:pt x="8255" y="89789"/>
                    <a:pt x="5334" y="89789"/>
                  </a:cubicBezTo>
                  <a:cubicBezTo>
                    <a:pt x="2413" y="89789"/>
                    <a:pt x="0" y="87376"/>
                    <a:pt x="0" y="84455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374142" y="286385"/>
              <a:ext cx="10668" cy="89408"/>
            </a:xfrm>
            <a:custGeom>
              <a:avLst/>
              <a:gdLst/>
              <a:ahLst/>
              <a:cxnLst/>
              <a:rect l="l" t="t" r="r" b="b"/>
              <a:pathLst>
                <a:path w="10668" h="89408">
                  <a:moveTo>
                    <a:pt x="0" y="84074"/>
                  </a:moveTo>
                  <a:lnTo>
                    <a:pt x="0" y="5334"/>
                  </a:lnTo>
                  <a:cubicBezTo>
                    <a:pt x="0" y="2413"/>
                    <a:pt x="2413" y="0"/>
                    <a:pt x="5334" y="0"/>
                  </a:cubicBezTo>
                  <a:cubicBezTo>
                    <a:pt x="8255" y="0"/>
                    <a:pt x="10668" y="2413"/>
                    <a:pt x="10668" y="5334"/>
                  </a:cubicBezTo>
                  <a:lnTo>
                    <a:pt x="10668" y="84074"/>
                  </a:lnTo>
                  <a:cubicBezTo>
                    <a:pt x="10668" y="86995"/>
                    <a:pt x="8255" y="89408"/>
                    <a:pt x="5334" y="89408"/>
                  </a:cubicBezTo>
                  <a:cubicBezTo>
                    <a:pt x="2413" y="89408"/>
                    <a:pt x="0" y="86995"/>
                    <a:pt x="0" y="84074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330581" y="266446"/>
              <a:ext cx="82931" cy="10795"/>
            </a:xfrm>
            <a:custGeom>
              <a:avLst/>
              <a:gdLst/>
              <a:ahLst/>
              <a:cxnLst/>
              <a:rect l="l" t="t" r="r" b="b"/>
              <a:pathLst>
                <a:path w="82931" h="10795">
                  <a:moveTo>
                    <a:pt x="77597" y="10668"/>
                  </a:moveTo>
                  <a:lnTo>
                    <a:pt x="5334" y="10795"/>
                  </a:lnTo>
                  <a:cubicBezTo>
                    <a:pt x="2413" y="10795"/>
                    <a:pt x="0" y="8382"/>
                    <a:pt x="0" y="5461"/>
                  </a:cubicBezTo>
                  <a:cubicBezTo>
                    <a:pt x="0" y="2540"/>
                    <a:pt x="2413" y="127"/>
                    <a:pt x="5334" y="127"/>
                  </a:cubicBezTo>
                  <a:lnTo>
                    <a:pt x="77597" y="0"/>
                  </a:lnTo>
                  <a:cubicBezTo>
                    <a:pt x="80518" y="0"/>
                    <a:pt x="82931" y="2413"/>
                    <a:pt x="82931" y="5334"/>
                  </a:cubicBezTo>
                  <a:cubicBezTo>
                    <a:pt x="82931" y="8255"/>
                    <a:pt x="80518" y="10668"/>
                    <a:pt x="77597" y="10668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91516" y="381889"/>
              <a:ext cx="212725" cy="10668"/>
            </a:xfrm>
            <a:custGeom>
              <a:avLst/>
              <a:gdLst/>
              <a:ahLst/>
              <a:cxnLst/>
              <a:rect l="l" t="t" r="r" b="b"/>
              <a:pathLst>
                <a:path w="212725" h="10668">
                  <a:moveTo>
                    <a:pt x="5334" y="0"/>
                  </a:moveTo>
                  <a:lnTo>
                    <a:pt x="207391" y="0"/>
                  </a:lnTo>
                  <a:cubicBezTo>
                    <a:pt x="210312" y="0"/>
                    <a:pt x="212725" y="2413"/>
                    <a:pt x="212725" y="5334"/>
                  </a:cubicBezTo>
                  <a:cubicBezTo>
                    <a:pt x="212725" y="8255"/>
                    <a:pt x="210312" y="10668"/>
                    <a:pt x="207391" y="10668"/>
                  </a:cubicBezTo>
                  <a:lnTo>
                    <a:pt x="5334" y="10668"/>
                  </a:lnTo>
                  <a:cubicBezTo>
                    <a:pt x="2413" y="10668"/>
                    <a:pt x="0" y="8255"/>
                    <a:pt x="0" y="5334"/>
                  </a:cubicBezTo>
                  <a:cubicBezTo>
                    <a:pt x="0" y="2413"/>
                    <a:pt x="2413" y="0"/>
                    <a:pt x="5334" y="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72466" y="406146"/>
              <a:ext cx="249682" cy="10795"/>
            </a:xfrm>
            <a:custGeom>
              <a:avLst/>
              <a:gdLst/>
              <a:ahLst/>
              <a:cxnLst/>
              <a:rect l="l" t="t" r="r" b="b"/>
              <a:pathLst>
                <a:path w="249682" h="10795">
                  <a:moveTo>
                    <a:pt x="5334" y="127"/>
                  </a:moveTo>
                  <a:lnTo>
                    <a:pt x="244348" y="127"/>
                  </a:lnTo>
                  <a:cubicBezTo>
                    <a:pt x="247269" y="127"/>
                    <a:pt x="249682" y="2540"/>
                    <a:pt x="249682" y="5461"/>
                  </a:cubicBezTo>
                  <a:cubicBezTo>
                    <a:pt x="249682" y="8382"/>
                    <a:pt x="247269" y="10795"/>
                    <a:pt x="244348" y="10795"/>
                  </a:cubicBezTo>
                  <a:lnTo>
                    <a:pt x="5334" y="10668"/>
                  </a:lnTo>
                  <a:cubicBezTo>
                    <a:pt x="2413" y="10668"/>
                    <a:pt x="0" y="8255"/>
                    <a:pt x="0" y="5334"/>
                  </a:cubicBezTo>
                  <a:cubicBezTo>
                    <a:pt x="0" y="2413"/>
                    <a:pt x="2413" y="0"/>
                    <a:pt x="5334" y="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87452" y="266319"/>
              <a:ext cx="138049" cy="10668"/>
            </a:xfrm>
            <a:custGeom>
              <a:avLst/>
              <a:gdLst/>
              <a:ahLst/>
              <a:cxnLst/>
              <a:rect l="l" t="t" r="r" b="b"/>
              <a:pathLst>
                <a:path w="138049" h="10668">
                  <a:moveTo>
                    <a:pt x="132715" y="10668"/>
                  </a:moveTo>
                  <a:lnTo>
                    <a:pt x="5334" y="10668"/>
                  </a:lnTo>
                  <a:cubicBezTo>
                    <a:pt x="2413" y="10668"/>
                    <a:pt x="0" y="8255"/>
                    <a:pt x="0" y="5334"/>
                  </a:cubicBezTo>
                  <a:cubicBezTo>
                    <a:pt x="0" y="2413"/>
                    <a:pt x="2413" y="0"/>
                    <a:pt x="5334" y="0"/>
                  </a:cubicBezTo>
                  <a:lnTo>
                    <a:pt x="132715" y="0"/>
                  </a:lnTo>
                  <a:cubicBezTo>
                    <a:pt x="135636" y="0"/>
                    <a:pt x="138049" y="2413"/>
                    <a:pt x="138049" y="5334"/>
                  </a:cubicBezTo>
                  <a:cubicBezTo>
                    <a:pt x="138049" y="8255"/>
                    <a:pt x="135636" y="10668"/>
                    <a:pt x="132715" y="10668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4013197" y="4250207"/>
            <a:ext cx="3403597" cy="603247"/>
            <a:chOff x="0" y="0"/>
            <a:chExt cx="3403600" cy="603250"/>
          </a:xfrm>
        </p:grpSpPr>
        <p:sp>
          <p:nvSpPr>
            <p:cNvPr id="22" name="Freeform 22"/>
            <p:cNvSpPr/>
            <p:nvPr/>
          </p:nvSpPr>
          <p:spPr>
            <a:xfrm>
              <a:off x="301625" y="226441"/>
              <a:ext cx="3038475" cy="161925"/>
            </a:xfrm>
            <a:custGeom>
              <a:avLst/>
              <a:gdLst/>
              <a:ahLst/>
              <a:cxnLst/>
              <a:rect l="l" t="t" r="r" b="b"/>
              <a:pathLst>
                <a:path w="3038475" h="161925">
                  <a:moveTo>
                    <a:pt x="0" y="141986"/>
                  </a:moveTo>
                  <a:lnTo>
                    <a:pt x="0" y="19939"/>
                  </a:lnTo>
                  <a:cubicBezTo>
                    <a:pt x="0" y="17272"/>
                    <a:pt x="508" y="14732"/>
                    <a:pt x="1524" y="12319"/>
                  </a:cubicBezTo>
                  <a:cubicBezTo>
                    <a:pt x="2540" y="9906"/>
                    <a:pt x="3937" y="7747"/>
                    <a:pt x="5842" y="5842"/>
                  </a:cubicBezTo>
                  <a:cubicBezTo>
                    <a:pt x="7747" y="3937"/>
                    <a:pt x="9906" y="2540"/>
                    <a:pt x="12319" y="1524"/>
                  </a:cubicBezTo>
                  <a:cubicBezTo>
                    <a:pt x="14732" y="508"/>
                    <a:pt x="17272" y="0"/>
                    <a:pt x="19939" y="0"/>
                  </a:cubicBezTo>
                  <a:lnTo>
                    <a:pt x="3018536" y="0"/>
                  </a:lnTo>
                  <a:cubicBezTo>
                    <a:pt x="3021203" y="0"/>
                    <a:pt x="3023743" y="508"/>
                    <a:pt x="3026156" y="1524"/>
                  </a:cubicBezTo>
                  <a:cubicBezTo>
                    <a:pt x="3028569" y="2540"/>
                    <a:pt x="3030728" y="3937"/>
                    <a:pt x="3032633" y="5842"/>
                  </a:cubicBezTo>
                  <a:cubicBezTo>
                    <a:pt x="3034538" y="7747"/>
                    <a:pt x="3035935" y="9906"/>
                    <a:pt x="3036951" y="12319"/>
                  </a:cubicBezTo>
                  <a:cubicBezTo>
                    <a:pt x="3037967" y="14732"/>
                    <a:pt x="3038475" y="17272"/>
                    <a:pt x="3038475" y="19939"/>
                  </a:cubicBezTo>
                  <a:lnTo>
                    <a:pt x="3038475" y="141986"/>
                  </a:lnTo>
                  <a:cubicBezTo>
                    <a:pt x="3038475" y="144653"/>
                    <a:pt x="3037967" y="147193"/>
                    <a:pt x="3036951" y="149606"/>
                  </a:cubicBezTo>
                  <a:cubicBezTo>
                    <a:pt x="3035935" y="152019"/>
                    <a:pt x="3034538" y="154178"/>
                    <a:pt x="3032633" y="156083"/>
                  </a:cubicBezTo>
                  <a:cubicBezTo>
                    <a:pt x="3030728" y="157988"/>
                    <a:pt x="3028569" y="159385"/>
                    <a:pt x="3026156" y="160401"/>
                  </a:cubicBezTo>
                  <a:cubicBezTo>
                    <a:pt x="3023743" y="161417"/>
                    <a:pt x="3021203" y="161925"/>
                    <a:pt x="3018536" y="161925"/>
                  </a:cubicBezTo>
                  <a:lnTo>
                    <a:pt x="19939" y="161925"/>
                  </a:lnTo>
                  <a:cubicBezTo>
                    <a:pt x="17272" y="161925"/>
                    <a:pt x="14732" y="161417"/>
                    <a:pt x="12319" y="160401"/>
                  </a:cubicBezTo>
                  <a:cubicBezTo>
                    <a:pt x="9906" y="159385"/>
                    <a:pt x="7747" y="157988"/>
                    <a:pt x="5842" y="156083"/>
                  </a:cubicBezTo>
                  <a:cubicBezTo>
                    <a:pt x="3937" y="154178"/>
                    <a:pt x="2540" y="152019"/>
                    <a:pt x="1524" y="149606"/>
                  </a:cubicBezTo>
                  <a:cubicBezTo>
                    <a:pt x="508" y="147193"/>
                    <a:pt x="0" y="144653"/>
                    <a:pt x="0" y="141986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63500" y="63500"/>
              <a:ext cx="476377" cy="476377"/>
            </a:xfrm>
            <a:custGeom>
              <a:avLst/>
              <a:gdLst/>
              <a:ahLst/>
              <a:cxnLst/>
              <a:rect l="l" t="t" r="r" b="b"/>
              <a:pathLst>
                <a:path w="476377" h="476377">
                  <a:moveTo>
                    <a:pt x="476250" y="238125"/>
                  </a:moveTo>
                  <a:cubicBezTo>
                    <a:pt x="476250" y="245872"/>
                    <a:pt x="475869" y="253746"/>
                    <a:pt x="475107" y="261493"/>
                  </a:cubicBezTo>
                  <a:cubicBezTo>
                    <a:pt x="474345" y="269240"/>
                    <a:pt x="473202" y="276987"/>
                    <a:pt x="471678" y="284607"/>
                  </a:cubicBezTo>
                  <a:cubicBezTo>
                    <a:pt x="470154" y="292227"/>
                    <a:pt x="468249" y="299847"/>
                    <a:pt x="465963" y="307213"/>
                  </a:cubicBezTo>
                  <a:cubicBezTo>
                    <a:pt x="463677" y="314579"/>
                    <a:pt x="461137" y="322072"/>
                    <a:pt x="458089" y="329184"/>
                  </a:cubicBezTo>
                  <a:cubicBezTo>
                    <a:pt x="455041" y="336296"/>
                    <a:pt x="451739" y="343408"/>
                    <a:pt x="448056" y="350266"/>
                  </a:cubicBezTo>
                  <a:cubicBezTo>
                    <a:pt x="444373" y="357124"/>
                    <a:pt x="440436" y="363855"/>
                    <a:pt x="435991" y="370332"/>
                  </a:cubicBezTo>
                  <a:cubicBezTo>
                    <a:pt x="431546" y="376809"/>
                    <a:pt x="426974" y="383032"/>
                    <a:pt x="422021" y="389128"/>
                  </a:cubicBezTo>
                  <a:cubicBezTo>
                    <a:pt x="417068" y="395224"/>
                    <a:pt x="411861" y="400939"/>
                    <a:pt x="406273" y="406400"/>
                  </a:cubicBezTo>
                  <a:cubicBezTo>
                    <a:pt x="400685" y="411861"/>
                    <a:pt x="394970" y="417195"/>
                    <a:pt x="389001" y="422148"/>
                  </a:cubicBezTo>
                  <a:cubicBezTo>
                    <a:pt x="383032" y="427101"/>
                    <a:pt x="376682" y="431673"/>
                    <a:pt x="370205" y="436118"/>
                  </a:cubicBezTo>
                  <a:cubicBezTo>
                    <a:pt x="363728" y="440563"/>
                    <a:pt x="356997" y="444500"/>
                    <a:pt x="350139" y="448183"/>
                  </a:cubicBezTo>
                  <a:cubicBezTo>
                    <a:pt x="343281" y="451866"/>
                    <a:pt x="336169" y="455168"/>
                    <a:pt x="329057" y="458216"/>
                  </a:cubicBezTo>
                  <a:cubicBezTo>
                    <a:pt x="321945" y="461264"/>
                    <a:pt x="314579" y="463804"/>
                    <a:pt x="307086" y="466090"/>
                  </a:cubicBezTo>
                  <a:cubicBezTo>
                    <a:pt x="299593" y="468376"/>
                    <a:pt x="292100" y="470281"/>
                    <a:pt x="284480" y="471805"/>
                  </a:cubicBezTo>
                  <a:cubicBezTo>
                    <a:pt x="276860" y="473329"/>
                    <a:pt x="269113" y="474472"/>
                    <a:pt x="261366" y="475234"/>
                  </a:cubicBezTo>
                  <a:cubicBezTo>
                    <a:pt x="253619" y="475996"/>
                    <a:pt x="245872" y="476377"/>
                    <a:pt x="237998" y="476377"/>
                  </a:cubicBezTo>
                  <a:cubicBezTo>
                    <a:pt x="230124" y="476377"/>
                    <a:pt x="222377" y="475996"/>
                    <a:pt x="214630" y="475234"/>
                  </a:cubicBezTo>
                  <a:cubicBezTo>
                    <a:pt x="206883" y="474472"/>
                    <a:pt x="199136" y="473329"/>
                    <a:pt x="191516" y="471805"/>
                  </a:cubicBezTo>
                  <a:cubicBezTo>
                    <a:pt x="183896" y="470281"/>
                    <a:pt x="176276" y="468376"/>
                    <a:pt x="168910" y="466090"/>
                  </a:cubicBezTo>
                  <a:cubicBezTo>
                    <a:pt x="161544" y="463804"/>
                    <a:pt x="154051" y="461264"/>
                    <a:pt x="146939" y="458216"/>
                  </a:cubicBezTo>
                  <a:cubicBezTo>
                    <a:pt x="139827" y="455168"/>
                    <a:pt x="132715" y="451866"/>
                    <a:pt x="125857" y="448183"/>
                  </a:cubicBezTo>
                  <a:cubicBezTo>
                    <a:pt x="118999" y="444500"/>
                    <a:pt x="112268" y="440563"/>
                    <a:pt x="105791" y="436118"/>
                  </a:cubicBezTo>
                  <a:cubicBezTo>
                    <a:pt x="99314" y="431673"/>
                    <a:pt x="93091" y="427101"/>
                    <a:pt x="86995" y="422148"/>
                  </a:cubicBezTo>
                  <a:cubicBezTo>
                    <a:pt x="80899" y="417195"/>
                    <a:pt x="75184" y="411988"/>
                    <a:pt x="69723" y="406400"/>
                  </a:cubicBezTo>
                  <a:cubicBezTo>
                    <a:pt x="64262" y="400812"/>
                    <a:pt x="58928" y="395097"/>
                    <a:pt x="53975" y="389128"/>
                  </a:cubicBezTo>
                  <a:cubicBezTo>
                    <a:pt x="49022" y="383159"/>
                    <a:pt x="44450" y="376809"/>
                    <a:pt x="40005" y="370332"/>
                  </a:cubicBezTo>
                  <a:cubicBezTo>
                    <a:pt x="35560" y="363855"/>
                    <a:pt x="31623" y="357124"/>
                    <a:pt x="27940" y="350266"/>
                  </a:cubicBezTo>
                  <a:cubicBezTo>
                    <a:pt x="24257" y="343408"/>
                    <a:pt x="20955" y="336296"/>
                    <a:pt x="17907" y="329184"/>
                  </a:cubicBezTo>
                  <a:cubicBezTo>
                    <a:pt x="14859" y="322072"/>
                    <a:pt x="12319" y="314706"/>
                    <a:pt x="10033" y="307213"/>
                  </a:cubicBezTo>
                  <a:cubicBezTo>
                    <a:pt x="7747" y="299720"/>
                    <a:pt x="5842" y="292227"/>
                    <a:pt x="4318" y="284607"/>
                  </a:cubicBezTo>
                  <a:cubicBezTo>
                    <a:pt x="2794" y="276987"/>
                    <a:pt x="1651" y="269240"/>
                    <a:pt x="889" y="261493"/>
                  </a:cubicBezTo>
                  <a:cubicBezTo>
                    <a:pt x="127" y="253746"/>
                    <a:pt x="0" y="245872"/>
                    <a:pt x="0" y="238125"/>
                  </a:cubicBezTo>
                  <a:cubicBezTo>
                    <a:pt x="0" y="230378"/>
                    <a:pt x="381" y="222504"/>
                    <a:pt x="1143" y="214757"/>
                  </a:cubicBezTo>
                  <a:cubicBezTo>
                    <a:pt x="1905" y="207010"/>
                    <a:pt x="3048" y="199263"/>
                    <a:pt x="4572" y="191643"/>
                  </a:cubicBezTo>
                  <a:cubicBezTo>
                    <a:pt x="6096" y="184023"/>
                    <a:pt x="8001" y="176403"/>
                    <a:pt x="10287" y="169037"/>
                  </a:cubicBezTo>
                  <a:cubicBezTo>
                    <a:pt x="12573" y="161671"/>
                    <a:pt x="15113" y="154178"/>
                    <a:pt x="18161" y="147066"/>
                  </a:cubicBezTo>
                  <a:cubicBezTo>
                    <a:pt x="21209" y="139954"/>
                    <a:pt x="24511" y="132842"/>
                    <a:pt x="28194" y="125984"/>
                  </a:cubicBezTo>
                  <a:cubicBezTo>
                    <a:pt x="31877" y="119126"/>
                    <a:pt x="35814" y="112395"/>
                    <a:pt x="40259" y="105918"/>
                  </a:cubicBezTo>
                  <a:cubicBezTo>
                    <a:pt x="44704" y="99441"/>
                    <a:pt x="49276" y="93218"/>
                    <a:pt x="54229" y="87122"/>
                  </a:cubicBezTo>
                  <a:cubicBezTo>
                    <a:pt x="59182" y="81026"/>
                    <a:pt x="64389" y="75311"/>
                    <a:pt x="69977" y="69850"/>
                  </a:cubicBezTo>
                  <a:cubicBezTo>
                    <a:pt x="75565" y="64389"/>
                    <a:pt x="81280" y="59055"/>
                    <a:pt x="87249" y="54102"/>
                  </a:cubicBezTo>
                  <a:cubicBezTo>
                    <a:pt x="93218" y="49149"/>
                    <a:pt x="99568" y="44577"/>
                    <a:pt x="106045" y="40132"/>
                  </a:cubicBezTo>
                  <a:cubicBezTo>
                    <a:pt x="112522" y="35687"/>
                    <a:pt x="119253" y="31750"/>
                    <a:pt x="126111" y="28067"/>
                  </a:cubicBezTo>
                  <a:cubicBezTo>
                    <a:pt x="132969" y="24384"/>
                    <a:pt x="140081" y="21082"/>
                    <a:pt x="147193" y="18034"/>
                  </a:cubicBezTo>
                  <a:cubicBezTo>
                    <a:pt x="154305" y="14986"/>
                    <a:pt x="161671" y="12446"/>
                    <a:pt x="169164" y="10160"/>
                  </a:cubicBezTo>
                  <a:cubicBezTo>
                    <a:pt x="176657" y="7874"/>
                    <a:pt x="184150" y="5969"/>
                    <a:pt x="191770" y="4445"/>
                  </a:cubicBezTo>
                  <a:cubicBezTo>
                    <a:pt x="199390" y="2921"/>
                    <a:pt x="207137" y="1778"/>
                    <a:pt x="214884" y="1016"/>
                  </a:cubicBezTo>
                  <a:cubicBezTo>
                    <a:pt x="222631" y="254"/>
                    <a:pt x="230378" y="0"/>
                    <a:pt x="238125" y="0"/>
                  </a:cubicBezTo>
                  <a:cubicBezTo>
                    <a:pt x="245872" y="0"/>
                    <a:pt x="253746" y="381"/>
                    <a:pt x="261493" y="1143"/>
                  </a:cubicBezTo>
                  <a:cubicBezTo>
                    <a:pt x="269240" y="1905"/>
                    <a:pt x="276987" y="3048"/>
                    <a:pt x="284607" y="4572"/>
                  </a:cubicBezTo>
                  <a:cubicBezTo>
                    <a:pt x="292227" y="6096"/>
                    <a:pt x="299847" y="8001"/>
                    <a:pt x="307213" y="10287"/>
                  </a:cubicBezTo>
                  <a:cubicBezTo>
                    <a:pt x="314579" y="12573"/>
                    <a:pt x="322072" y="15113"/>
                    <a:pt x="329184" y="18161"/>
                  </a:cubicBezTo>
                  <a:cubicBezTo>
                    <a:pt x="336296" y="21209"/>
                    <a:pt x="343408" y="24511"/>
                    <a:pt x="350266" y="28194"/>
                  </a:cubicBezTo>
                  <a:cubicBezTo>
                    <a:pt x="357124" y="31877"/>
                    <a:pt x="363855" y="35814"/>
                    <a:pt x="370332" y="40259"/>
                  </a:cubicBezTo>
                  <a:cubicBezTo>
                    <a:pt x="376809" y="44704"/>
                    <a:pt x="383032" y="49276"/>
                    <a:pt x="389128" y="54229"/>
                  </a:cubicBezTo>
                  <a:cubicBezTo>
                    <a:pt x="395224" y="59182"/>
                    <a:pt x="400939" y="64389"/>
                    <a:pt x="406400" y="69977"/>
                  </a:cubicBezTo>
                  <a:cubicBezTo>
                    <a:pt x="411861" y="75565"/>
                    <a:pt x="417195" y="81280"/>
                    <a:pt x="422148" y="87249"/>
                  </a:cubicBezTo>
                  <a:cubicBezTo>
                    <a:pt x="427101" y="93218"/>
                    <a:pt x="431673" y="99568"/>
                    <a:pt x="436118" y="106045"/>
                  </a:cubicBezTo>
                  <a:cubicBezTo>
                    <a:pt x="440563" y="112522"/>
                    <a:pt x="444500" y="119253"/>
                    <a:pt x="448183" y="126111"/>
                  </a:cubicBezTo>
                  <a:cubicBezTo>
                    <a:pt x="451866" y="132969"/>
                    <a:pt x="455168" y="140081"/>
                    <a:pt x="458216" y="147193"/>
                  </a:cubicBezTo>
                  <a:cubicBezTo>
                    <a:pt x="461264" y="154305"/>
                    <a:pt x="463804" y="161671"/>
                    <a:pt x="466090" y="169164"/>
                  </a:cubicBezTo>
                  <a:cubicBezTo>
                    <a:pt x="468376" y="176657"/>
                    <a:pt x="470281" y="184150"/>
                    <a:pt x="471805" y="191770"/>
                  </a:cubicBezTo>
                  <a:cubicBezTo>
                    <a:pt x="473329" y="199390"/>
                    <a:pt x="474472" y="207137"/>
                    <a:pt x="475234" y="214884"/>
                  </a:cubicBezTo>
                  <a:cubicBezTo>
                    <a:pt x="475996" y="222631"/>
                    <a:pt x="476377" y="230378"/>
                    <a:pt x="476377" y="238252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402254" y="286893"/>
              <a:ext cx="19894" cy="25654"/>
            </a:xfrm>
            <a:custGeom>
              <a:avLst/>
              <a:gdLst/>
              <a:ahLst/>
              <a:cxnLst/>
              <a:rect l="l" t="t" r="r" b="b"/>
              <a:pathLst>
                <a:path w="19894" h="25654">
                  <a:moveTo>
                    <a:pt x="6305" y="0"/>
                  </a:moveTo>
                  <a:cubicBezTo>
                    <a:pt x="9226" y="508"/>
                    <a:pt x="12528" y="1778"/>
                    <a:pt x="15195" y="3937"/>
                  </a:cubicBezTo>
                  <a:cubicBezTo>
                    <a:pt x="15576" y="4191"/>
                    <a:pt x="15830" y="4572"/>
                    <a:pt x="16084" y="4953"/>
                  </a:cubicBezTo>
                  <a:cubicBezTo>
                    <a:pt x="17862" y="7366"/>
                    <a:pt x="19005" y="10160"/>
                    <a:pt x="19513" y="12319"/>
                  </a:cubicBezTo>
                  <a:cubicBezTo>
                    <a:pt x="19513" y="12573"/>
                    <a:pt x="19640" y="12827"/>
                    <a:pt x="19640" y="13081"/>
                  </a:cubicBezTo>
                  <a:cubicBezTo>
                    <a:pt x="19767" y="14732"/>
                    <a:pt x="19894" y="17145"/>
                    <a:pt x="19894" y="20320"/>
                  </a:cubicBezTo>
                  <a:cubicBezTo>
                    <a:pt x="19894" y="23241"/>
                    <a:pt x="17481" y="25654"/>
                    <a:pt x="14560" y="25654"/>
                  </a:cubicBezTo>
                  <a:cubicBezTo>
                    <a:pt x="11639" y="25654"/>
                    <a:pt x="9226" y="23241"/>
                    <a:pt x="9226" y="20320"/>
                  </a:cubicBezTo>
                  <a:cubicBezTo>
                    <a:pt x="9226" y="17272"/>
                    <a:pt x="9099" y="15240"/>
                    <a:pt x="9099" y="13970"/>
                  </a:cubicBezTo>
                  <a:lnTo>
                    <a:pt x="14306" y="13462"/>
                  </a:lnTo>
                  <a:lnTo>
                    <a:pt x="9226" y="14732"/>
                  </a:lnTo>
                  <a:cubicBezTo>
                    <a:pt x="8972" y="13843"/>
                    <a:pt x="8464" y="12319"/>
                    <a:pt x="7575" y="11303"/>
                  </a:cubicBezTo>
                  <a:lnTo>
                    <a:pt x="11766" y="8128"/>
                  </a:lnTo>
                  <a:lnTo>
                    <a:pt x="8464" y="12192"/>
                  </a:lnTo>
                  <a:cubicBezTo>
                    <a:pt x="7448" y="11430"/>
                    <a:pt x="5924" y="10795"/>
                    <a:pt x="4400" y="10541"/>
                  </a:cubicBezTo>
                  <a:cubicBezTo>
                    <a:pt x="1479" y="10033"/>
                    <a:pt x="-426" y="7366"/>
                    <a:pt x="82" y="4445"/>
                  </a:cubicBezTo>
                  <a:cubicBezTo>
                    <a:pt x="590" y="1524"/>
                    <a:pt x="3257" y="-381"/>
                    <a:pt x="6178" y="127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395854" y="386796"/>
              <a:ext cx="26167" cy="20244"/>
            </a:xfrm>
            <a:custGeom>
              <a:avLst/>
              <a:gdLst/>
              <a:ahLst/>
              <a:cxnLst/>
              <a:rect l="l" t="t" r="r" b="b"/>
              <a:pathLst>
                <a:path w="26167" h="20244">
                  <a:moveTo>
                    <a:pt x="26167" y="6015"/>
                  </a:moveTo>
                  <a:cubicBezTo>
                    <a:pt x="25786" y="8936"/>
                    <a:pt x="24770" y="11857"/>
                    <a:pt x="22611" y="14905"/>
                  </a:cubicBezTo>
                  <a:cubicBezTo>
                    <a:pt x="22357" y="15286"/>
                    <a:pt x="21976" y="15667"/>
                    <a:pt x="21595" y="15921"/>
                  </a:cubicBezTo>
                  <a:cubicBezTo>
                    <a:pt x="19055" y="17953"/>
                    <a:pt x="16388" y="19223"/>
                    <a:pt x="13721" y="19858"/>
                  </a:cubicBezTo>
                  <a:cubicBezTo>
                    <a:pt x="13467" y="19985"/>
                    <a:pt x="13086" y="19985"/>
                    <a:pt x="12832" y="19985"/>
                  </a:cubicBezTo>
                  <a:lnTo>
                    <a:pt x="5466" y="20239"/>
                  </a:lnTo>
                  <a:cubicBezTo>
                    <a:pt x="2545" y="20366"/>
                    <a:pt x="132" y="18080"/>
                    <a:pt x="5" y="15159"/>
                  </a:cubicBezTo>
                  <a:cubicBezTo>
                    <a:pt x="-122" y="12238"/>
                    <a:pt x="2164" y="9825"/>
                    <a:pt x="5085" y="9698"/>
                  </a:cubicBezTo>
                  <a:lnTo>
                    <a:pt x="12451" y="9444"/>
                  </a:lnTo>
                  <a:lnTo>
                    <a:pt x="12578" y="14778"/>
                  </a:lnTo>
                  <a:lnTo>
                    <a:pt x="11435" y="9571"/>
                  </a:lnTo>
                  <a:cubicBezTo>
                    <a:pt x="12451" y="9317"/>
                    <a:pt x="13467" y="8936"/>
                    <a:pt x="14864" y="7793"/>
                  </a:cubicBezTo>
                  <a:lnTo>
                    <a:pt x="18166" y="11857"/>
                  </a:lnTo>
                  <a:lnTo>
                    <a:pt x="13848" y="8809"/>
                  </a:lnTo>
                  <a:cubicBezTo>
                    <a:pt x="14991" y="7285"/>
                    <a:pt x="15372" y="5888"/>
                    <a:pt x="15499" y="4618"/>
                  </a:cubicBezTo>
                  <a:cubicBezTo>
                    <a:pt x="15880" y="1697"/>
                    <a:pt x="18547" y="-335"/>
                    <a:pt x="21468" y="46"/>
                  </a:cubicBezTo>
                  <a:cubicBezTo>
                    <a:pt x="24389" y="427"/>
                    <a:pt x="26421" y="3094"/>
                    <a:pt x="26040" y="6015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297864" y="321344"/>
              <a:ext cx="43373" cy="50004"/>
            </a:xfrm>
            <a:custGeom>
              <a:avLst/>
              <a:gdLst/>
              <a:ahLst/>
              <a:cxnLst/>
              <a:rect l="l" t="t" r="r" b="b"/>
              <a:pathLst>
                <a:path w="43373" h="50004">
                  <a:moveTo>
                    <a:pt x="39575" y="46702"/>
                  </a:moveTo>
                  <a:cubicBezTo>
                    <a:pt x="31066" y="49242"/>
                    <a:pt x="28272" y="49750"/>
                    <a:pt x="25351" y="50004"/>
                  </a:cubicBezTo>
                  <a:cubicBezTo>
                    <a:pt x="25097" y="50004"/>
                    <a:pt x="24970" y="50004"/>
                    <a:pt x="24716" y="50004"/>
                  </a:cubicBezTo>
                  <a:cubicBezTo>
                    <a:pt x="22049" y="49877"/>
                    <a:pt x="19255" y="49369"/>
                    <a:pt x="16588" y="48480"/>
                  </a:cubicBezTo>
                  <a:cubicBezTo>
                    <a:pt x="16334" y="48480"/>
                    <a:pt x="16207" y="48353"/>
                    <a:pt x="15953" y="48226"/>
                  </a:cubicBezTo>
                  <a:cubicBezTo>
                    <a:pt x="13159" y="46956"/>
                    <a:pt x="10492" y="45305"/>
                    <a:pt x="7952" y="43146"/>
                  </a:cubicBezTo>
                  <a:cubicBezTo>
                    <a:pt x="7698" y="42892"/>
                    <a:pt x="7444" y="42765"/>
                    <a:pt x="7317" y="42511"/>
                  </a:cubicBezTo>
                  <a:cubicBezTo>
                    <a:pt x="4142" y="38701"/>
                    <a:pt x="2491" y="36034"/>
                    <a:pt x="1221" y="32986"/>
                  </a:cubicBezTo>
                  <a:cubicBezTo>
                    <a:pt x="1094" y="32732"/>
                    <a:pt x="1094" y="32605"/>
                    <a:pt x="967" y="32351"/>
                  </a:cubicBezTo>
                  <a:cubicBezTo>
                    <a:pt x="205" y="29303"/>
                    <a:pt x="-176" y="25620"/>
                    <a:pt x="78" y="21683"/>
                  </a:cubicBezTo>
                  <a:cubicBezTo>
                    <a:pt x="78" y="21429"/>
                    <a:pt x="78" y="21175"/>
                    <a:pt x="205" y="20921"/>
                  </a:cubicBezTo>
                  <a:cubicBezTo>
                    <a:pt x="840" y="17746"/>
                    <a:pt x="1983" y="14952"/>
                    <a:pt x="3888" y="11523"/>
                  </a:cubicBezTo>
                  <a:cubicBezTo>
                    <a:pt x="4015" y="11269"/>
                    <a:pt x="4142" y="11015"/>
                    <a:pt x="4396" y="10888"/>
                  </a:cubicBezTo>
                  <a:cubicBezTo>
                    <a:pt x="6428" y="8348"/>
                    <a:pt x="8714" y="6062"/>
                    <a:pt x="11381" y="4030"/>
                  </a:cubicBezTo>
                  <a:cubicBezTo>
                    <a:pt x="11508" y="3903"/>
                    <a:pt x="11762" y="3776"/>
                    <a:pt x="12016" y="3649"/>
                  </a:cubicBezTo>
                  <a:cubicBezTo>
                    <a:pt x="14810" y="2125"/>
                    <a:pt x="17477" y="1109"/>
                    <a:pt x="21287" y="220"/>
                  </a:cubicBezTo>
                  <a:cubicBezTo>
                    <a:pt x="21541" y="220"/>
                    <a:pt x="21795" y="93"/>
                    <a:pt x="22049" y="93"/>
                  </a:cubicBezTo>
                  <a:cubicBezTo>
                    <a:pt x="24970" y="-161"/>
                    <a:pt x="27764" y="93"/>
                    <a:pt x="31574" y="982"/>
                  </a:cubicBezTo>
                  <a:cubicBezTo>
                    <a:pt x="31828" y="982"/>
                    <a:pt x="32082" y="1109"/>
                    <a:pt x="32209" y="1236"/>
                  </a:cubicBezTo>
                  <a:lnTo>
                    <a:pt x="39956" y="4157"/>
                  </a:lnTo>
                  <a:cubicBezTo>
                    <a:pt x="42750" y="5173"/>
                    <a:pt x="44020" y="8221"/>
                    <a:pt x="43004" y="11015"/>
                  </a:cubicBezTo>
                  <a:cubicBezTo>
                    <a:pt x="41988" y="13809"/>
                    <a:pt x="38940" y="15079"/>
                    <a:pt x="36146" y="14063"/>
                  </a:cubicBezTo>
                  <a:lnTo>
                    <a:pt x="28399" y="11142"/>
                  </a:lnTo>
                  <a:lnTo>
                    <a:pt x="30304" y="6189"/>
                  </a:lnTo>
                  <a:lnTo>
                    <a:pt x="29161" y="11396"/>
                  </a:lnTo>
                  <a:cubicBezTo>
                    <a:pt x="26113" y="10761"/>
                    <a:pt x="24462" y="10634"/>
                    <a:pt x="22811" y="10761"/>
                  </a:cubicBezTo>
                  <a:lnTo>
                    <a:pt x="22430" y="5554"/>
                  </a:lnTo>
                  <a:lnTo>
                    <a:pt x="23573" y="10761"/>
                  </a:lnTo>
                  <a:cubicBezTo>
                    <a:pt x="20652" y="11396"/>
                    <a:pt x="18874" y="12158"/>
                    <a:pt x="17096" y="13174"/>
                  </a:cubicBezTo>
                  <a:lnTo>
                    <a:pt x="14556" y="8602"/>
                  </a:lnTo>
                  <a:lnTo>
                    <a:pt x="17731" y="12793"/>
                  </a:lnTo>
                  <a:cubicBezTo>
                    <a:pt x="15826" y="14190"/>
                    <a:pt x="14175" y="15841"/>
                    <a:pt x="12651" y="17746"/>
                  </a:cubicBezTo>
                  <a:lnTo>
                    <a:pt x="8460" y="14444"/>
                  </a:lnTo>
                  <a:lnTo>
                    <a:pt x="13032" y="16984"/>
                  </a:lnTo>
                  <a:cubicBezTo>
                    <a:pt x="11508" y="19651"/>
                    <a:pt x="10873" y="21429"/>
                    <a:pt x="10492" y="23461"/>
                  </a:cubicBezTo>
                  <a:lnTo>
                    <a:pt x="5285" y="22318"/>
                  </a:lnTo>
                  <a:lnTo>
                    <a:pt x="10619" y="22699"/>
                  </a:lnTo>
                  <a:cubicBezTo>
                    <a:pt x="10492" y="25493"/>
                    <a:pt x="10746" y="28160"/>
                    <a:pt x="11254" y="29938"/>
                  </a:cubicBezTo>
                  <a:lnTo>
                    <a:pt x="6174" y="31335"/>
                  </a:lnTo>
                  <a:lnTo>
                    <a:pt x="11000" y="29303"/>
                  </a:lnTo>
                  <a:cubicBezTo>
                    <a:pt x="11762" y="31081"/>
                    <a:pt x="12778" y="32859"/>
                    <a:pt x="15318" y="36034"/>
                  </a:cubicBezTo>
                  <a:lnTo>
                    <a:pt x="11254" y="39463"/>
                  </a:lnTo>
                  <a:lnTo>
                    <a:pt x="14683" y="35399"/>
                  </a:lnTo>
                  <a:cubicBezTo>
                    <a:pt x="16588" y="36923"/>
                    <a:pt x="18366" y="38066"/>
                    <a:pt x="20271" y="38955"/>
                  </a:cubicBezTo>
                  <a:lnTo>
                    <a:pt x="18112" y="43781"/>
                  </a:lnTo>
                  <a:lnTo>
                    <a:pt x="19636" y="38701"/>
                  </a:lnTo>
                  <a:cubicBezTo>
                    <a:pt x="21541" y="39336"/>
                    <a:pt x="23446" y="39590"/>
                    <a:pt x="25224" y="39717"/>
                  </a:cubicBezTo>
                  <a:lnTo>
                    <a:pt x="24970" y="45051"/>
                  </a:lnTo>
                  <a:lnTo>
                    <a:pt x="24589" y="39844"/>
                  </a:lnTo>
                  <a:cubicBezTo>
                    <a:pt x="26240" y="39717"/>
                    <a:pt x="28018" y="39463"/>
                    <a:pt x="36527" y="36923"/>
                  </a:cubicBezTo>
                  <a:cubicBezTo>
                    <a:pt x="39321" y="36034"/>
                    <a:pt x="42242" y="37685"/>
                    <a:pt x="43131" y="40479"/>
                  </a:cubicBezTo>
                  <a:cubicBezTo>
                    <a:pt x="44020" y="43273"/>
                    <a:pt x="42369" y="46194"/>
                    <a:pt x="39575" y="47083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325506" y="271404"/>
              <a:ext cx="15616" cy="64257"/>
            </a:xfrm>
            <a:custGeom>
              <a:avLst/>
              <a:gdLst/>
              <a:ahLst/>
              <a:cxnLst/>
              <a:rect l="l" t="t" r="r" b="b"/>
              <a:pathLst>
                <a:path w="15616" h="64257">
                  <a:moveTo>
                    <a:pt x="5202" y="59050"/>
                  </a:moveTo>
                  <a:cubicBezTo>
                    <a:pt x="4821" y="20315"/>
                    <a:pt x="4313" y="16759"/>
                    <a:pt x="3424" y="13584"/>
                  </a:cubicBezTo>
                  <a:lnTo>
                    <a:pt x="8504" y="12314"/>
                  </a:lnTo>
                  <a:lnTo>
                    <a:pt x="3551" y="14219"/>
                  </a:lnTo>
                  <a:cubicBezTo>
                    <a:pt x="2789" y="12060"/>
                    <a:pt x="1773" y="10028"/>
                    <a:pt x="630" y="7742"/>
                  </a:cubicBezTo>
                  <a:cubicBezTo>
                    <a:pt x="-767" y="5202"/>
                    <a:pt x="249" y="2027"/>
                    <a:pt x="2789" y="630"/>
                  </a:cubicBezTo>
                  <a:cubicBezTo>
                    <a:pt x="5329" y="-767"/>
                    <a:pt x="8504" y="249"/>
                    <a:pt x="9901" y="2789"/>
                  </a:cubicBezTo>
                  <a:cubicBezTo>
                    <a:pt x="11298" y="5329"/>
                    <a:pt x="12441" y="7869"/>
                    <a:pt x="13330" y="10409"/>
                  </a:cubicBezTo>
                  <a:cubicBezTo>
                    <a:pt x="13457" y="10663"/>
                    <a:pt x="13457" y="10790"/>
                    <a:pt x="13584" y="11044"/>
                  </a:cubicBezTo>
                  <a:cubicBezTo>
                    <a:pt x="14727" y="15743"/>
                    <a:pt x="15235" y="20823"/>
                    <a:pt x="15616" y="58923"/>
                  </a:cubicBezTo>
                  <a:cubicBezTo>
                    <a:pt x="15616" y="61844"/>
                    <a:pt x="13330" y="64257"/>
                    <a:pt x="10409" y="64257"/>
                  </a:cubicBezTo>
                  <a:cubicBezTo>
                    <a:pt x="7488" y="64257"/>
                    <a:pt x="5075" y="61971"/>
                    <a:pt x="5075" y="5905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44621" y="324136"/>
              <a:ext cx="42493" cy="48990"/>
            </a:xfrm>
            <a:custGeom>
              <a:avLst/>
              <a:gdLst/>
              <a:ahLst/>
              <a:cxnLst/>
              <a:rect l="l" t="t" r="r" b="b"/>
              <a:pathLst>
                <a:path w="42493" h="48990">
                  <a:moveTo>
                    <a:pt x="35033" y="15462"/>
                  </a:moveTo>
                  <a:cubicBezTo>
                    <a:pt x="26397" y="11652"/>
                    <a:pt x="23603" y="11017"/>
                    <a:pt x="21063" y="10763"/>
                  </a:cubicBezTo>
                  <a:lnTo>
                    <a:pt x="21444" y="5429"/>
                  </a:lnTo>
                  <a:lnTo>
                    <a:pt x="22333" y="10636"/>
                  </a:lnTo>
                  <a:cubicBezTo>
                    <a:pt x="20682" y="10890"/>
                    <a:pt x="18904" y="11525"/>
                    <a:pt x="16999" y="12414"/>
                  </a:cubicBezTo>
                  <a:lnTo>
                    <a:pt x="14586" y="7715"/>
                  </a:lnTo>
                  <a:lnTo>
                    <a:pt x="17634" y="12033"/>
                  </a:lnTo>
                  <a:cubicBezTo>
                    <a:pt x="15729" y="13430"/>
                    <a:pt x="13951" y="15081"/>
                    <a:pt x="12554" y="16986"/>
                  </a:cubicBezTo>
                  <a:lnTo>
                    <a:pt x="8363" y="13684"/>
                  </a:lnTo>
                  <a:lnTo>
                    <a:pt x="12935" y="16351"/>
                  </a:lnTo>
                  <a:cubicBezTo>
                    <a:pt x="11792" y="18256"/>
                    <a:pt x="11030" y="20161"/>
                    <a:pt x="10649" y="21939"/>
                  </a:cubicBezTo>
                  <a:lnTo>
                    <a:pt x="5569" y="20669"/>
                  </a:lnTo>
                  <a:lnTo>
                    <a:pt x="10776" y="21177"/>
                  </a:lnTo>
                  <a:cubicBezTo>
                    <a:pt x="10522" y="24098"/>
                    <a:pt x="10776" y="26892"/>
                    <a:pt x="11157" y="28670"/>
                  </a:cubicBezTo>
                  <a:lnTo>
                    <a:pt x="5950" y="29813"/>
                  </a:lnTo>
                  <a:lnTo>
                    <a:pt x="10903" y="28035"/>
                  </a:lnTo>
                  <a:cubicBezTo>
                    <a:pt x="11538" y="29940"/>
                    <a:pt x="12554" y="31845"/>
                    <a:pt x="13951" y="33750"/>
                  </a:cubicBezTo>
                  <a:lnTo>
                    <a:pt x="9633" y="36798"/>
                  </a:lnTo>
                  <a:lnTo>
                    <a:pt x="13443" y="33115"/>
                  </a:lnTo>
                  <a:cubicBezTo>
                    <a:pt x="15221" y="34893"/>
                    <a:pt x="16999" y="36417"/>
                    <a:pt x="18904" y="37433"/>
                  </a:cubicBezTo>
                  <a:lnTo>
                    <a:pt x="16364" y="42005"/>
                  </a:lnTo>
                  <a:lnTo>
                    <a:pt x="18269" y="37052"/>
                  </a:lnTo>
                  <a:cubicBezTo>
                    <a:pt x="20174" y="37814"/>
                    <a:pt x="21952" y="38195"/>
                    <a:pt x="23730" y="38322"/>
                  </a:cubicBezTo>
                  <a:lnTo>
                    <a:pt x="23349" y="43656"/>
                  </a:lnTo>
                  <a:lnTo>
                    <a:pt x="22968" y="38322"/>
                  </a:lnTo>
                  <a:cubicBezTo>
                    <a:pt x="24492" y="38195"/>
                    <a:pt x="27413" y="37687"/>
                    <a:pt x="35287" y="34639"/>
                  </a:cubicBezTo>
                  <a:cubicBezTo>
                    <a:pt x="37954" y="33623"/>
                    <a:pt x="41129" y="34893"/>
                    <a:pt x="42145" y="37687"/>
                  </a:cubicBezTo>
                  <a:cubicBezTo>
                    <a:pt x="43161" y="40481"/>
                    <a:pt x="41891" y="43529"/>
                    <a:pt x="39097" y="44545"/>
                  </a:cubicBezTo>
                  <a:cubicBezTo>
                    <a:pt x="31223" y="47593"/>
                    <a:pt x="27032" y="48736"/>
                    <a:pt x="23730" y="48990"/>
                  </a:cubicBezTo>
                  <a:cubicBezTo>
                    <a:pt x="23476" y="48990"/>
                    <a:pt x="23222" y="48990"/>
                    <a:pt x="22968" y="48990"/>
                  </a:cubicBezTo>
                  <a:cubicBezTo>
                    <a:pt x="20047" y="48863"/>
                    <a:pt x="17253" y="48228"/>
                    <a:pt x="14459" y="47085"/>
                  </a:cubicBezTo>
                  <a:cubicBezTo>
                    <a:pt x="14205" y="46958"/>
                    <a:pt x="13951" y="46831"/>
                    <a:pt x="13697" y="46704"/>
                  </a:cubicBezTo>
                  <a:cubicBezTo>
                    <a:pt x="10776" y="45053"/>
                    <a:pt x="8109" y="43021"/>
                    <a:pt x="5696" y="40481"/>
                  </a:cubicBezTo>
                  <a:cubicBezTo>
                    <a:pt x="5569" y="40354"/>
                    <a:pt x="5315" y="40100"/>
                    <a:pt x="5188" y="39846"/>
                  </a:cubicBezTo>
                  <a:cubicBezTo>
                    <a:pt x="3283" y="37179"/>
                    <a:pt x="1886" y="34385"/>
                    <a:pt x="870" y="31591"/>
                  </a:cubicBezTo>
                  <a:cubicBezTo>
                    <a:pt x="743" y="31337"/>
                    <a:pt x="743" y="31210"/>
                    <a:pt x="743" y="30956"/>
                  </a:cubicBezTo>
                  <a:cubicBezTo>
                    <a:pt x="108" y="28035"/>
                    <a:pt x="-273" y="23971"/>
                    <a:pt x="235" y="20034"/>
                  </a:cubicBezTo>
                  <a:cubicBezTo>
                    <a:pt x="235" y="19780"/>
                    <a:pt x="362" y="19526"/>
                    <a:pt x="362" y="19272"/>
                  </a:cubicBezTo>
                  <a:cubicBezTo>
                    <a:pt x="1124" y="16478"/>
                    <a:pt x="2140" y="13684"/>
                    <a:pt x="3791" y="11017"/>
                  </a:cubicBezTo>
                  <a:cubicBezTo>
                    <a:pt x="3918" y="10763"/>
                    <a:pt x="4045" y="10636"/>
                    <a:pt x="4172" y="10382"/>
                  </a:cubicBezTo>
                  <a:cubicBezTo>
                    <a:pt x="6204" y="7715"/>
                    <a:pt x="8744" y="5302"/>
                    <a:pt x="11411" y="3397"/>
                  </a:cubicBezTo>
                  <a:cubicBezTo>
                    <a:pt x="11665" y="3270"/>
                    <a:pt x="11792" y="3143"/>
                    <a:pt x="12046" y="3016"/>
                  </a:cubicBezTo>
                  <a:cubicBezTo>
                    <a:pt x="14840" y="1619"/>
                    <a:pt x="17634" y="603"/>
                    <a:pt x="20555" y="95"/>
                  </a:cubicBezTo>
                  <a:cubicBezTo>
                    <a:pt x="20936" y="-32"/>
                    <a:pt x="21317" y="-32"/>
                    <a:pt x="21698" y="95"/>
                  </a:cubicBezTo>
                  <a:cubicBezTo>
                    <a:pt x="26143" y="349"/>
                    <a:pt x="30461" y="1746"/>
                    <a:pt x="39224" y="5683"/>
                  </a:cubicBezTo>
                  <a:cubicBezTo>
                    <a:pt x="41891" y="6826"/>
                    <a:pt x="43161" y="10001"/>
                    <a:pt x="41891" y="12668"/>
                  </a:cubicBezTo>
                  <a:cubicBezTo>
                    <a:pt x="40621" y="15335"/>
                    <a:pt x="37573" y="16605"/>
                    <a:pt x="34906" y="15335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351541" y="258831"/>
              <a:ext cx="19254" cy="38431"/>
            </a:xfrm>
            <a:custGeom>
              <a:avLst/>
              <a:gdLst/>
              <a:ahLst/>
              <a:cxnLst/>
              <a:rect l="l" t="t" r="r" b="b"/>
              <a:pathLst>
                <a:path w="19254" h="38431">
                  <a:moveTo>
                    <a:pt x="8885" y="34031"/>
                  </a:moveTo>
                  <a:cubicBezTo>
                    <a:pt x="7107" y="23871"/>
                    <a:pt x="5583" y="18283"/>
                    <a:pt x="3424" y="12695"/>
                  </a:cubicBezTo>
                  <a:lnTo>
                    <a:pt x="8377" y="10790"/>
                  </a:lnTo>
                  <a:lnTo>
                    <a:pt x="3678" y="13330"/>
                  </a:lnTo>
                  <a:lnTo>
                    <a:pt x="630" y="7742"/>
                  </a:lnTo>
                  <a:cubicBezTo>
                    <a:pt x="-767" y="5202"/>
                    <a:pt x="249" y="2027"/>
                    <a:pt x="2789" y="630"/>
                  </a:cubicBezTo>
                  <a:cubicBezTo>
                    <a:pt x="5329" y="-767"/>
                    <a:pt x="8504" y="249"/>
                    <a:pt x="9901" y="2789"/>
                  </a:cubicBezTo>
                  <a:lnTo>
                    <a:pt x="12949" y="8377"/>
                  </a:lnTo>
                  <a:cubicBezTo>
                    <a:pt x="13076" y="8631"/>
                    <a:pt x="13203" y="8758"/>
                    <a:pt x="13203" y="9012"/>
                  </a:cubicBezTo>
                  <a:cubicBezTo>
                    <a:pt x="15616" y="15362"/>
                    <a:pt x="17267" y="21712"/>
                    <a:pt x="19172" y="32253"/>
                  </a:cubicBezTo>
                  <a:cubicBezTo>
                    <a:pt x="19680" y="35174"/>
                    <a:pt x="17775" y="37841"/>
                    <a:pt x="14854" y="38349"/>
                  </a:cubicBezTo>
                  <a:cubicBezTo>
                    <a:pt x="11933" y="38857"/>
                    <a:pt x="9266" y="36952"/>
                    <a:pt x="8758" y="34031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223982" y="258704"/>
              <a:ext cx="18964" cy="38522"/>
            </a:xfrm>
            <a:custGeom>
              <a:avLst/>
              <a:gdLst/>
              <a:ahLst/>
              <a:cxnLst/>
              <a:rect l="l" t="t" r="r" b="b"/>
              <a:pathLst>
                <a:path w="18964" h="38522">
                  <a:moveTo>
                    <a:pt x="18461" y="7742"/>
                  </a:moveTo>
                  <a:cubicBezTo>
                    <a:pt x="15413" y="13330"/>
                    <a:pt x="13254" y="19172"/>
                    <a:pt x="11603" y="25903"/>
                  </a:cubicBezTo>
                  <a:lnTo>
                    <a:pt x="6523" y="24633"/>
                  </a:lnTo>
                  <a:lnTo>
                    <a:pt x="11730" y="25395"/>
                  </a:lnTo>
                  <a:lnTo>
                    <a:pt x="10587" y="33904"/>
                  </a:lnTo>
                  <a:cubicBezTo>
                    <a:pt x="10206" y="36825"/>
                    <a:pt x="7539" y="38857"/>
                    <a:pt x="4618" y="38476"/>
                  </a:cubicBezTo>
                  <a:cubicBezTo>
                    <a:pt x="1697" y="38095"/>
                    <a:pt x="-335" y="35428"/>
                    <a:pt x="46" y="32507"/>
                  </a:cubicBezTo>
                  <a:lnTo>
                    <a:pt x="1189" y="23998"/>
                  </a:lnTo>
                  <a:cubicBezTo>
                    <a:pt x="1189" y="23871"/>
                    <a:pt x="1189" y="23617"/>
                    <a:pt x="1316" y="23490"/>
                  </a:cubicBezTo>
                  <a:cubicBezTo>
                    <a:pt x="3094" y="15997"/>
                    <a:pt x="5634" y="9266"/>
                    <a:pt x="9063" y="2789"/>
                  </a:cubicBezTo>
                  <a:cubicBezTo>
                    <a:pt x="10460" y="249"/>
                    <a:pt x="13635" y="-767"/>
                    <a:pt x="16175" y="630"/>
                  </a:cubicBezTo>
                  <a:cubicBezTo>
                    <a:pt x="18715" y="2027"/>
                    <a:pt x="19731" y="5202"/>
                    <a:pt x="18334" y="7742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172892" y="386506"/>
              <a:ext cx="40468" cy="20656"/>
            </a:xfrm>
            <a:custGeom>
              <a:avLst/>
              <a:gdLst/>
              <a:ahLst/>
              <a:cxnLst/>
              <a:rect l="l" t="t" r="r" b="b"/>
              <a:pathLst>
                <a:path w="40468" h="20656">
                  <a:moveTo>
                    <a:pt x="10623" y="4273"/>
                  </a:moveTo>
                  <a:cubicBezTo>
                    <a:pt x="11131" y="6940"/>
                    <a:pt x="11766" y="8210"/>
                    <a:pt x="12782" y="9353"/>
                  </a:cubicBezTo>
                  <a:lnTo>
                    <a:pt x="8845" y="12909"/>
                  </a:lnTo>
                  <a:lnTo>
                    <a:pt x="11893" y="8591"/>
                  </a:lnTo>
                  <a:cubicBezTo>
                    <a:pt x="12274" y="8845"/>
                    <a:pt x="13798" y="9607"/>
                    <a:pt x="15449" y="9988"/>
                  </a:cubicBezTo>
                  <a:lnTo>
                    <a:pt x="14433" y="15195"/>
                  </a:lnTo>
                  <a:lnTo>
                    <a:pt x="14687" y="9861"/>
                  </a:lnTo>
                  <a:cubicBezTo>
                    <a:pt x="16084" y="9988"/>
                    <a:pt x="22815" y="9988"/>
                    <a:pt x="35134" y="9988"/>
                  </a:cubicBezTo>
                  <a:cubicBezTo>
                    <a:pt x="38055" y="9988"/>
                    <a:pt x="40468" y="12401"/>
                    <a:pt x="40468" y="15322"/>
                  </a:cubicBezTo>
                  <a:cubicBezTo>
                    <a:pt x="40468" y="18243"/>
                    <a:pt x="38055" y="20656"/>
                    <a:pt x="35134" y="20656"/>
                  </a:cubicBezTo>
                  <a:cubicBezTo>
                    <a:pt x="22942" y="20656"/>
                    <a:pt x="15830" y="20656"/>
                    <a:pt x="14179" y="20529"/>
                  </a:cubicBezTo>
                  <a:cubicBezTo>
                    <a:pt x="13925" y="20529"/>
                    <a:pt x="13671" y="20529"/>
                    <a:pt x="13417" y="20402"/>
                  </a:cubicBezTo>
                  <a:cubicBezTo>
                    <a:pt x="10496" y="19894"/>
                    <a:pt x="7448" y="18497"/>
                    <a:pt x="5670" y="17227"/>
                  </a:cubicBezTo>
                  <a:cubicBezTo>
                    <a:pt x="5416" y="16973"/>
                    <a:pt x="5035" y="16719"/>
                    <a:pt x="4781" y="16465"/>
                  </a:cubicBezTo>
                  <a:cubicBezTo>
                    <a:pt x="2241" y="13671"/>
                    <a:pt x="844" y="10369"/>
                    <a:pt x="82" y="6178"/>
                  </a:cubicBezTo>
                  <a:cubicBezTo>
                    <a:pt x="-426" y="3257"/>
                    <a:pt x="1479" y="590"/>
                    <a:pt x="4400" y="82"/>
                  </a:cubicBezTo>
                  <a:cubicBezTo>
                    <a:pt x="7321" y="-426"/>
                    <a:pt x="9988" y="1479"/>
                    <a:pt x="10496" y="440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330073" y="357759"/>
              <a:ext cx="11049" cy="49276"/>
            </a:xfrm>
            <a:custGeom>
              <a:avLst/>
              <a:gdLst/>
              <a:ahLst/>
              <a:cxnLst/>
              <a:rect l="l" t="t" r="r" b="b"/>
              <a:pathLst>
                <a:path w="11049" h="49276">
                  <a:moveTo>
                    <a:pt x="11049" y="5334"/>
                  </a:moveTo>
                  <a:lnTo>
                    <a:pt x="10541" y="44069"/>
                  </a:lnTo>
                  <a:cubicBezTo>
                    <a:pt x="10541" y="46990"/>
                    <a:pt x="8128" y="49276"/>
                    <a:pt x="5207" y="49276"/>
                  </a:cubicBezTo>
                  <a:cubicBezTo>
                    <a:pt x="2286" y="49276"/>
                    <a:pt x="0" y="46863"/>
                    <a:pt x="0" y="43942"/>
                  </a:cubicBezTo>
                  <a:lnTo>
                    <a:pt x="508" y="5207"/>
                  </a:lnTo>
                  <a:cubicBezTo>
                    <a:pt x="508" y="2286"/>
                    <a:pt x="2921" y="0"/>
                    <a:pt x="5842" y="0"/>
                  </a:cubicBezTo>
                  <a:cubicBezTo>
                    <a:pt x="8763" y="0"/>
                    <a:pt x="11049" y="2413"/>
                    <a:pt x="11049" y="5334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20218" y="286766"/>
              <a:ext cx="66421" cy="11049"/>
            </a:xfrm>
            <a:custGeom>
              <a:avLst/>
              <a:gdLst/>
              <a:ahLst/>
              <a:cxnLst/>
              <a:rect l="l" t="t" r="r" b="b"/>
              <a:pathLst>
                <a:path w="66421" h="11049">
                  <a:moveTo>
                    <a:pt x="61087" y="11049"/>
                  </a:moveTo>
                  <a:lnTo>
                    <a:pt x="5207" y="10541"/>
                  </a:lnTo>
                  <a:cubicBezTo>
                    <a:pt x="2286" y="10541"/>
                    <a:pt x="0" y="8128"/>
                    <a:pt x="0" y="5207"/>
                  </a:cubicBezTo>
                  <a:cubicBezTo>
                    <a:pt x="0" y="2286"/>
                    <a:pt x="2413" y="0"/>
                    <a:pt x="5334" y="0"/>
                  </a:cubicBezTo>
                  <a:lnTo>
                    <a:pt x="61214" y="508"/>
                  </a:lnTo>
                  <a:cubicBezTo>
                    <a:pt x="64135" y="508"/>
                    <a:pt x="66421" y="2921"/>
                    <a:pt x="66421" y="5842"/>
                  </a:cubicBezTo>
                  <a:cubicBezTo>
                    <a:pt x="66421" y="8763"/>
                    <a:pt x="64008" y="11049"/>
                    <a:pt x="61087" y="11049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275971" y="287147"/>
              <a:ext cx="11049" cy="52832"/>
            </a:xfrm>
            <a:custGeom>
              <a:avLst/>
              <a:gdLst/>
              <a:ahLst/>
              <a:cxnLst/>
              <a:rect l="l" t="t" r="r" b="b"/>
              <a:pathLst>
                <a:path w="11049" h="52832">
                  <a:moveTo>
                    <a:pt x="508" y="47625"/>
                  </a:moveTo>
                  <a:lnTo>
                    <a:pt x="0" y="5334"/>
                  </a:lnTo>
                  <a:cubicBezTo>
                    <a:pt x="0" y="2413"/>
                    <a:pt x="2286" y="0"/>
                    <a:pt x="5207" y="0"/>
                  </a:cubicBezTo>
                  <a:cubicBezTo>
                    <a:pt x="8128" y="0"/>
                    <a:pt x="10541" y="2286"/>
                    <a:pt x="10541" y="5207"/>
                  </a:cubicBezTo>
                  <a:lnTo>
                    <a:pt x="11049" y="47498"/>
                  </a:lnTo>
                  <a:cubicBezTo>
                    <a:pt x="11049" y="50419"/>
                    <a:pt x="8763" y="52832"/>
                    <a:pt x="5842" y="52832"/>
                  </a:cubicBezTo>
                  <a:cubicBezTo>
                    <a:pt x="2921" y="52832"/>
                    <a:pt x="508" y="50546"/>
                    <a:pt x="508" y="47625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276479" y="358521"/>
              <a:ext cx="10668" cy="48514"/>
            </a:xfrm>
            <a:custGeom>
              <a:avLst/>
              <a:gdLst/>
              <a:ahLst/>
              <a:cxnLst/>
              <a:rect l="l" t="t" r="r" b="b"/>
              <a:pathLst>
                <a:path w="10668" h="48514">
                  <a:moveTo>
                    <a:pt x="0" y="43180"/>
                  </a:moveTo>
                  <a:lnTo>
                    <a:pt x="0" y="5334"/>
                  </a:lnTo>
                  <a:cubicBezTo>
                    <a:pt x="0" y="2413"/>
                    <a:pt x="2413" y="0"/>
                    <a:pt x="5334" y="0"/>
                  </a:cubicBezTo>
                  <a:cubicBezTo>
                    <a:pt x="8255" y="0"/>
                    <a:pt x="10668" y="2413"/>
                    <a:pt x="10668" y="5334"/>
                  </a:cubicBezTo>
                  <a:lnTo>
                    <a:pt x="10668" y="43180"/>
                  </a:lnTo>
                  <a:cubicBezTo>
                    <a:pt x="10668" y="46101"/>
                    <a:pt x="8255" y="48514"/>
                    <a:pt x="5334" y="48514"/>
                  </a:cubicBezTo>
                  <a:cubicBezTo>
                    <a:pt x="2413" y="48514"/>
                    <a:pt x="0" y="46101"/>
                    <a:pt x="0" y="4318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185166" y="286639"/>
              <a:ext cx="45593" cy="10668"/>
            </a:xfrm>
            <a:custGeom>
              <a:avLst/>
              <a:gdLst/>
              <a:ahLst/>
              <a:cxnLst/>
              <a:rect l="l" t="t" r="r" b="b"/>
              <a:pathLst>
                <a:path w="45593" h="10668">
                  <a:moveTo>
                    <a:pt x="40259" y="10668"/>
                  </a:moveTo>
                  <a:lnTo>
                    <a:pt x="5334" y="10668"/>
                  </a:lnTo>
                  <a:cubicBezTo>
                    <a:pt x="2413" y="10668"/>
                    <a:pt x="0" y="8255"/>
                    <a:pt x="0" y="5334"/>
                  </a:cubicBezTo>
                  <a:cubicBezTo>
                    <a:pt x="0" y="2413"/>
                    <a:pt x="2413" y="0"/>
                    <a:pt x="5334" y="0"/>
                  </a:cubicBezTo>
                  <a:lnTo>
                    <a:pt x="40259" y="0"/>
                  </a:lnTo>
                  <a:cubicBezTo>
                    <a:pt x="43180" y="0"/>
                    <a:pt x="45593" y="2413"/>
                    <a:pt x="45593" y="5334"/>
                  </a:cubicBezTo>
                  <a:cubicBezTo>
                    <a:pt x="45593" y="8255"/>
                    <a:pt x="43180" y="10668"/>
                    <a:pt x="40259" y="10668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277114" y="206629"/>
              <a:ext cx="40767" cy="10668"/>
            </a:xfrm>
            <a:custGeom>
              <a:avLst/>
              <a:gdLst/>
              <a:ahLst/>
              <a:cxnLst/>
              <a:rect l="l" t="t" r="r" b="b"/>
              <a:pathLst>
                <a:path w="40767" h="10668">
                  <a:moveTo>
                    <a:pt x="35433" y="10668"/>
                  </a:moveTo>
                  <a:lnTo>
                    <a:pt x="5334" y="10668"/>
                  </a:lnTo>
                  <a:cubicBezTo>
                    <a:pt x="2413" y="10668"/>
                    <a:pt x="0" y="8255"/>
                    <a:pt x="0" y="5334"/>
                  </a:cubicBezTo>
                  <a:cubicBezTo>
                    <a:pt x="0" y="2413"/>
                    <a:pt x="2413" y="0"/>
                    <a:pt x="5334" y="0"/>
                  </a:cubicBezTo>
                  <a:lnTo>
                    <a:pt x="35433" y="0"/>
                  </a:lnTo>
                  <a:cubicBezTo>
                    <a:pt x="38354" y="0"/>
                    <a:pt x="40767" y="2413"/>
                    <a:pt x="40767" y="5334"/>
                  </a:cubicBezTo>
                  <a:cubicBezTo>
                    <a:pt x="40767" y="8255"/>
                    <a:pt x="38354" y="10668"/>
                    <a:pt x="35433" y="10668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307193" y="206609"/>
              <a:ext cx="12106" cy="29886"/>
            </a:xfrm>
            <a:custGeom>
              <a:avLst/>
              <a:gdLst/>
              <a:ahLst/>
              <a:cxnLst/>
              <a:rect l="l" t="t" r="r" b="b"/>
              <a:pathLst>
                <a:path w="12106" h="29886">
                  <a:moveTo>
                    <a:pt x="1544" y="25039"/>
                  </a:moveTo>
                  <a:lnTo>
                    <a:pt x="20" y="5735"/>
                  </a:lnTo>
                  <a:cubicBezTo>
                    <a:pt x="-234" y="2814"/>
                    <a:pt x="1925" y="274"/>
                    <a:pt x="4846" y="20"/>
                  </a:cubicBezTo>
                  <a:cubicBezTo>
                    <a:pt x="7767" y="-234"/>
                    <a:pt x="10307" y="1925"/>
                    <a:pt x="10561" y="4846"/>
                  </a:cubicBezTo>
                  <a:lnTo>
                    <a:pt x="12085" y="24150"/>
                  </a:lnTo>
                  <a:cubicBezTo>
                    <a:pt x="12339" y="27071"/>
                    <a:pt x="10180" y="29611"/>
                    <a:pt x="7259" y="29865"/>
                  </a:cubicBezTo>
                  <a:cubicBezTo>
                    <a:pt x="4338" y="30119"/>
                    <a:pt x="1798" y="27960"/>
                    <a:pt x="1544" y="25039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308843" y="226039"/>
              <a:ext cx="30902" cy="18583"/>
            </a:xfrm>
            <a:custGeom>
              <a:avLst/>
              <a:gdLst/>
              <a:ahLst/>
              <a:cxnLst/>
              <a:rect l="l" t="t" r="r" b="b"/>
              <a:pathLst>
                <a:path w="30902" h="18583">
                  <a:moveTo>
                    <a:pt x="23643" y="18182"/>
                  </a:moveTo>
                  <a:lnTo>
                    <a:pt x="3323" y="10181"/>
                  </a:lnTo>
                  <a:cubicBezTo>
                    <a:pt x="656" y="9165"/>
                    <a:pt x="-741" y="5990"/>
                    <a:pt x="402" y="3323"/>
                  </a:cubicBezTo>
                  <a:cubicBezTo>
                    <a:pt x="1545" y="656"/>
                    <a:pt x="4593" y="-741"/>
                    <a:pt x="7260" y="402"/>
                  </a:cubicBezTo>
                  <a:lnTo>
                    <a:pt x="27580" y="8403"/>
                  </a:lnTo>
                  <a:cubicBezTo>
                    <a:pt x="30247" y="9419"/>
                    <a:pt x="31644" y="12594"/>
                    <a:pt x="30501" y="15261"/>
                  </a:cubicBezTo>
                  <a:cubicBezTo>
                    <a:pt x="29358" y="17928"/>
                    <a:pt x="26310" y="19325"/>
                    <a:pt x="23643" y="18182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329111" y="223574"/>
              <a:ext cx="25418" cy="21100"/>
            </a:xfrm>
            <a:custGeom>
              <a:avLst/>
              <a:gdLst/>
              <a:ahLst/>
              <a:cxnLst/>
              <a:rect l="l" t="t" r="r" b="b"/>
              <a:pathLst>
                <a:path w="25418" h="21100">
                  <a:moveTo>
                    <a:pt x="23187" y="9598"/>
                  </a:moveTo>
                  <a:lnTo>
                    <a:pt x="8328" y="20139"/>
                  </a:lnTo>
                  <a:cubicBezTo>
                    <a:pt x="5915" y="21790"/>
                    <a:pt x="2613" y="21282"/>
                    <a:pt x="962" y="18869"/>
                  </a:cubicBezTo>
                  <a:cubicBezTo>
                    <a:pt x="-689" y="16456"/>
                    <a:pt x="-181" y="13154"/>
                    <a:pt x="2232" y="11503"/>
                  </a:cubicBezTo>
                  <a:lnTo>
                    <a:pt x="17091" y="962"/>
                  </a:lnTo>
                  <a:cubicBezTo>
                    <a:pt x="19504" y="-689"/>
                    <a:pt x="22806" y="-181"/>
                    <a:pt x="24457" y="2232"/>
                  </a:cubicBezTo>
                  <a:cubicBezTo>
                    <a:pt x="26108" y="4645"/>
                    <a:pt x="25600" y="7947"/>
                    <a:pt x="23187" y="9598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344043" y="2235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1463" y="28956"/>
                  </a:moveTo>
                  <a:lnTo>
                    <a:pt x="1524" y="9017"/>
                  </a:lnTo>
                  <a:cubicBezTo>
                    <a:pt x="-508" y="6985"/>
                    <a:pt x="-508" y="3556"/>
                    <a:pt x="1524" y="1524"/>
                  </a:cubicBezTo>
                  <a:cubicBezTo>
                    <a:pt x="3556" y="-508"/>
                    <a:pt x="6985" y="-508"/>
                    <a:pt x="9017" y="1524"/>
                  </a:cubicBezTo>
                  <a:lnTo>
                    <a:pt x="28956" y="21463"/>
                  </a:lnTo>
                  <a:cubicBezTo>
                    <a:pt x="30988" y="23495"/>
                    <a:pt x="30988" y="26924"/>
                    <a:pt x="28956" y="28956"/>
                  </a:cubicBezTo>
                  <a:cubicBezTo>
                    <a:pt x="26924" y="30988"/>
                    <a:pt x="23495" y="30988"/>
                    <a:pt x="21463" y="28956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351753" y="243382"/>
              <a:ext cx="22807" cy="25934"/>
            </a:xfrm>
            <a:custGeom>
              <a:avLst/>
              <a:gdLst/>
              <a:ahLst/>
              <a:cxnLst/>
              <a:rect l="l" t="t" r="r" b="b"/>
              <a:pathLst>
                <a:path w="22807" h="25934">
                  <a:moveTo>
                    <a:pt x="21627" y="8586"/>
                  </a:moveTo>
                  <a:lnTo>
                    <a:pt x="9308" y="23953"/>
                  </a:lnTo>
                  <a:cubicBezTo>
                    <a:pt x="7530" y="26239"/>
                    <a:pt x="4101" y="26620"/>
                    <a:pt x="1942" y="24715"/>
                  </a:cubicBezTo>
                  <a:cubicBezTo>
                    <a:pt x="-217" y="22810"/>
                    <a:pt x="-725" y="19508"/>
                    <a:pt x="1180" y="17349"/>
                  </a:cubicBezTo>
                  <a:lnTo>
                    <a:pt x="13499" y="1982"/>
                  </a:lnTo>
                  <a:cubicBezTo>
                    <a:pt x="15277" y="-304"/>
                    <a:pt x="18706" y="-685"/>
                    <a:pt x="20865" y="1220"/>
                  </a:cubicBezTo>
                  <a:cubicBezTo>
                    <a:pt x="23024" y="3125"/>
                    <a:pt x="23532" y="6427"/>
                    <a:pt x="21627" y="8586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220194" y="243382"/>
              <a:ext cx="22908" cy="25934"/>
            </a:xfrm>
            <a:custGeom>
              <a:avLst/>
              <a:gdLst/>
              <a:ahLst/>
              <a:cxnLst/>
              <a:rect l="l" t="t" r="r" b="b"/>
              <a:pathLst>
                <a:path w="22908" h="25934">
                  <a:moveTo>
                    <a:pt x="13486" y="23953"/>
                  </a:moveTo>
                  <a:lnTo>
                    <a:pt x="1167" y="8713"/>
                  </a:lnTo>
                  <a:cubicBezTo>
                    <a:pt x="-611" y="6427"/>
                    <a:pt x="-357" y="3125"/>
                    <a:pt x="1929" y="1220"/>
                  </a:cubicBezTo>
                  <a:cubicBezTo>
                    <a:pt x="4215" y="-685"/>
                    <a:pt x="7517" y="-304"/>
                    <a:pt x="9422" y="1982"/>
                  </a:cubicBezTo>
                  <a:lnTo>
                    <a:pt x="21741" y="17222"/>
                  </a:lnTo>
                  <a:cubicBezTo>
                    <a:pt x="23519" y="19508"/>
                    <a:pt x="23265" y="22810"/>
                    <a:pt x="20979" y="24715"/>
                  </a:cubicBezTo>
                  <a:cubicBezTo>
                    <a:pt x="18693" y="26620"/>
                    <a:pt x="15391" y="26239"/>
                    <a:pt x="13486" y="23953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330200" y="286766"/>
              <a:ext cx="82804" cy="10795"/>
            </a:xfrm>
            <a:custGeom>
              <a:avLst/>
              <a:gdLst/>
              <a:ahLst/>
              <a:cxnLst/>
              <a:rect l="l" t="t" r="r" b="b"/>
              <a:pathLst>
                <a:path w="82804" h="10795">
                  <a:moveTo>
                    <a:pt x="5334" y="0"/>
                  </a:moveTo>
                  <a:lnTo>
                    <a:pt x="77470" y="127"/>
                  </a:lnTo>
                  <a:cubicBezTo>
                    <a:pt x="80391" y="127"/>
                    <a:pt x="82804" y="2540"/>
                    <a:pt x="82804" y="5461"/>
                  </a:cubicBezTo>
                  <a:cubicBezTo>
                    <a:pt x="82804" y="8382"/>
                    <a:pt x="80391" y="10795"/>
                    <a:pt x="77470" y="10795"/>
                  </a:cubicBezTo>
                  <a:lnTo>
                    <a:pt x="5334" y="10668"/>
                  </a:lnTo>
                  <a:cubicBezTo>
                    <a:pt x="2413" y="10668"/>
                    <a:pt x="0" y="8255"/>
                    <a:pt x="0" y="5334"/>
                  </a:cubicBezTo>
                  <a:cubicBezTo>
                    <a:pt x="0" y="2413"/>
                    <a:pt x="2413" y="0"/>
                    <a:pt x="5334" y="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220218" y="223520"/>
              <a:ext cx="30734" cy="30480"/>
            </a:xfrm>
            <a:custGeom>
              <a:avLst/>
              <a:gdLst/>
              <a:ahLst/>
              <a:cxnLst/>
              <a:rect l="l" t="t" r="r" b="b"/>
              <a:pathLst>
                <a:path w="30734" h="30480">
                  <a:moveTo>
                    <a:pt x="29210" y="9017"/>
                  </a:moveTo>
                  <a:lnTo>
                    <a:pt x="9017" y="28956"/>
                  </a:lnTo>
                  <a:cubicBezTo>
                    <a:pt x="6985" y="30988"/>
                    <a:pt x="3556" y="30988"/>
                    <a:pt x="1524" y="28956"/>
                  </a:cubicBezTo>
                  <a:cubicBezTo>
                    <a:pt x="-508" y="26924"/>
                    <a:pt x="-508" y="23495"/>
                    <a:pt x="1524" y="21463"/>
                  </a:cubicBezTo>
                  <a:lnTo>
                    <a:pt x="21717" y="1524"/>
                  </a:lnTo>
                  <a:cubicBezTo>
                    <a:pt x="23749" y="-508"/>
                    <a:pt x="27178" y="-508"/>
                    <a:pt x="29210" y="1524"/>
                  </a:cubicBezTo>
                  <a:cubicBezTo>
                    <a:pt x="31242" y="3556"/>
                    <a:pt x="31242" y="6985"/>
                    <a:pt x="29210" y="9017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240419" y="223496"/>
              <a:ext cx="26145" cy="20749"/>
            </a:xfrm>
            <a:custGeom>
              <a:avLst/>
              <a:gdLst/>
              <a:ahLst/>
              <a:cxnLst/>
              <a:rect l="l" t="t" r="r" b="b"/>
              <a:pathLst>
                <a:path w="26145" h="20749">
                  <a:moveTo>
                    <a:pt x="17899" y="19836"/>
                  </a:moveTo>
                  <a:lnTo>
                    <a:pt x="2405" y="9803"/>
                  </a:lnTo>
                  <a:cubicBezTo>
                    <a:pt x="-8" y="8279"/>
                    <a:pt x="-770" y="4977"/>
                    <a:pt x="881" y="2437"/>
                  </a:cubicBezTo>
                  <a:cubicBezTo>
                    <a:pt x="2532" y="-103"/>
                    <a:pt x="5707" y="-738"/>
                    <a:pt x="8247" y="913"/>
                  </a:cubicBezTo>
                  <a:lnTo>
                    <a:pt x="23741" y="10946"/>
                  </a:lnTo>
                  <a:cubicBezTo>
                    <a:pt x="26154" y="12470"/>
                    <a:pt x="26916" y="15772"/>
                    <a:pt x="25265" y="18312"/>
                  </a:cubicBezTo>
                  <a:cubicBezTo>
                    <a:pt x="23614" y="20852"/>
                    <a:pt x="20439" y="21487"/>
                    <a:pt x="17899" y="19836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411480" y="301625"/>
              <a:ext cx="10668" cy="95885"/>
            </a:xfrm>
            <a:custGeom>
              <a:avLst/>
              <a:gdLst/>
              <a:ahLst/>
              <a:cxnLst/>
              <a:rect l="l" t="t" r="r" b="b"/>
              <a:pathLst>
                <a:path w="10668" h="95885">
                  <a:moveTo>
                    <a:pt x="10668" y="5334"/>
                  </a:moveTo>
                  <a:lnTo>
                    <a:pt x="10668" y="90551"/>
                  </a:lnTo>
                  <a:cubicBezTo>
                    <a:pt x="10668" y="93472"/>
                    <a:pt x="8255" y="95885"/>
                    <a:pt x="5334" y="95885"/>
                  </a:cubicBezTo>
                  <a:cubicBezTo>
                    <a:pt x="2413" y="95885"/>
                    <a:pt x="0" y="93472"/>
                    <a:pt x="0" y="90551"/>
                  </a:cubicBezTo>
                  <a:lnTo>
                    <a:pt x="0" y="5334"/>
                  </a:lnTo>
                  <a:cubicBezTo>
                    <a:pt x="0" y="2413"/>
                    <a:pt x="2413" y="0"/>
                    <a:pt x="5334" y="0"/>
                  </a:cubicBezTo>
                  <a:cubicBezTo>
                    <a:pt x="8255" y="0"/>
                    <a:pt x="10668" y="2413"/>
                    <a:pt x="10668" y="5334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256064" y="225658"/>
              <a:ext cx="30162" cy="18456"/>
            </a:xfrm>
            <a:custGeom>
              <a:avLst/>
              <a:gdLst/>
              <a:ahLst/>
              <a:cxnLst/>
              <a:rect l="l" t="t" r="r" b="b"/>
              <a:pathLst>
                <a:path w="30162" h="18456">
                  <a:moveTo>
                    <a:pt x="3270" y="8276"/>
                  </a:moveTo>
                  <a:lnTo>
                    <a:pt x="22955" y="402"/>
                  </a:lnTo>
                  <a:cubicBezTo>
                    <a:pt x="25622" y="-741"/>
                    <a:pt x="28797" y="656"/>
                    <a:pt x="29813" y="3323"/>
                  </a:cubicBezTo>
                  <a:cubicBezTo>
                    <a:pt x="30829" y="5990"/>
                    <a:pt x="29559" y="9165"/>
                    <a:pt x="26892" y="10181"/>
                  </a:cubicBezTo>
                  <a:lnTo>
                    <a:pt x="7207" y="18055"/>
                  </a:lnTo>
                  <a:cubicBezTo>
                    <a:pt x="4540" y="19198"/>
                    <a:pt x="1365" y="17801"/>
                    <a:pt x="349" y="15134"/>
                  </a:cubicBezTo>
                  <a:cubicBezTo>
                    <a:pt x="-667" y="12467"/>
                    <a:pt x="603" y="9292"/>
                    <a:pt x="3270" y="8276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330073" y="396240"/>
              <a:ext cx="76454" cy="10668"/>
            </a:xfrm>
            <a:custGeom>
              <a:avLst/>
              <a:gdLst/>
              <a:ahLst/>
              <a:cxnLst/>
              <a:rect l="l" t="t" r="r" b="b"/>
              <a:pathLst>
                <a:path w="76454" h="10668">
                  <a:moveTo>
                    <a:pt x="71120" y="10668"/>
                  </a:moveTo>
                  <a:lnTo>
                    <a:pt x="5334" y="10668"/>
                  </a:lnTo>
                  <a:cubicBezTo>
                    <a:pt x="2413" y="10668"/>
                    <a:pt x="0" y="8255"/>
                    <a:pt x="0" y="5334"/>
                  </a:cubicBezTo>
                  <a:cubicBezTo>
                    <a:pt x="0" y="2413"/>
                    <a:pt x="2413" y="0"/>
                    <a:pt x="5334" y="0"/>
                  </a:cubicBezTo>
                  <a:lnTo>
                    <a:pt x="71120" y="0"/>
                  </a:lnTo>
                  <a:cubicBezTo>
                    <a:pt x="74041" y="0"/>
                    <a:pt x="76454" y="2413"/>
                    <a:pt x="76454" y="5334"/>
                  </a:cubicBezTo>
                  <a:cubicBezTo>
                    <a:pt x="76454" y="8255"/>
                    <a:pt x="74041" y="10668"/>
                    <a:pt x="71120" y="10668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275570" y="206609"/>
              <a:ext cx="12106" cy="29505"/>
            </a:xfrm>
            <a:custGeom>
              <a:avLst/>
              <a:gdLst/>
              <a:ahLst/>
              <a:cxnLst/>
              <a:rect l="l" t="t" r="r" b="b"/>
              <a:pathLst>
                <a:path w="12106" h="29505">
                  <a:moveTo>
                    <a:pt x="12085" y="5735"/>
                  </a:moveTo>
                  <a:lnTo>
                    <a:pt x="10561" y="24658"/>
                  </a:lnTo>
                  <a:cubicBezTo>
                    <a:pt x="10307" y="27579"/>
                    <a:pt x="7767" y="29738"/>
                    <a:pt x="4846" y="29484"/>
                  </a:cubicBezTo>
                  <a:cubicBezTo>
                    <a:pt x="1925" y="29230"/>
                    <a:pt x="-234" y="26690"/>
                    <a:pt x="20" y="23769"/>
                  </a:cubicBezTo>
                  <a:lnTo>
                    <a:pt x="1544" y="4846"/>
                  </a:lnTo>
                  <a:cubicBezTo>
                    <a:pt x="1798" y="1925"/>
                    <a:pt x="4338" y="-234"/>
                    <a:pt x="7259" y="20"/>
                  </a:cubicBezTo>
                  <a:cubicBezTo>
                    <a:pt x="10180" y="274"/>
                    <a:pt x="12339" y="2814"/>
                    <a:pt x="12085" y="5735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254591" y="253111"/>
              <a:ext cx="81598" cy="44242"/>
            </a:xfrm>
            <a:custGeom>
              <a:avLst/>
              <a:gdLst/>
              <a:ahLst/>
              <a:cxnLst/>
              <a:rect l="l" t="t" r="r" b="b"/>
              <a:pathLst>
                <a:path w="81598" h="44242">
                  <a:moveTo>
                    <a:pt x="71672" y="26416"/>
                  </a:moveTo>
                  <a:cubicBezTo>
                    <a:pt x="69894" y="23495"/>
                    <a:pt x="67735" y="20955"/>
                    <a:pt x="65068" y="18669"/>
                  </a:cubicBezTo>
                  <a:lnTo>
                    <a:pt x="68497" y="14732"/>
                  </a:lnTo>
                  <a:lnTo>
                    <a:pt x="65068" y="18669"/>
                  </a:lnTo>
                  <a:cubicBezTo>
                    <a:pt x="62528" y="16383"/>
                    <a:pt x="59607" y="14605"/>
                    <a:pt x="56432" y="13208"/>
                  </a:cubicBezTo>
                  <a:lnTo>
                    <a:pt x="58464" y="8382"/>
                  </a:lnTo>
                  <a:lnTo>
                    <a:pt x="56432" y="13208"/>
                  </a:lnTo>
                  <a:cubicBezTo>
                    <a:pt x="53257" y="11811"/>
                    <a:pt x="49955" y="11049"/>
                    <a:pt x="46526" y="10668"/>
                  </a:cubicBezTo>
                  <a:lnTo>
                    <a:pt x="47034" y="5461"/>
                  </a:lnTo>
                  <a:lnTo>
                    <a:pt x="46526" y="10668"/>
                  </a:lnTo>
                  <a:cubicBezTo>
                    <a:pt x="43097" y="10287"/>
                    <a:pt x="39668" y="10541"/>
                    <a:pt x="36366" y="11303"/>
                  </a:cubicBezTo>
                  <a:lnTo>
                    <a:pt x="35223" y="6096"/>
                  </a:lnTo>
                  <a:lnTo>
                    <a:pt x="36366" y="11303"/>
                  </a:lnTo>
                  <a:cubicBezTo>
                    <a:pt x="33064" y="12065"/>
                    <a:pt x="29889" y="13208"/>
                    <a:pt x="26841" y="14986"/>
                  </a:cubicBezTo>
                  <a:lnTo>
                    <a:pt x="24174" y="10414"/>
                  </a:lnTo>
                  <a:lnTo>
                    <a:pt x="26841" y="14986"/>
                  </a:lnTo>
                  <a:cubicBezTo>
                    <a:pt x="23920" y="16637"/>
                    <a:pt x="21253" y="18796"/>
                    <a:pt x="18840" y="21336"/>
                  </a:cubicBezTo>
                  <a:lnTo>
                    <a:pt x="14903" y="17780"/>
                  </a:lnTo>
                  <a:lnTo>
                    <a:pt x="18840" y="21336"/>
                  </a:lnTo>
                  <a:cubicBezTo>
                    <a:pt x="16554" y="23876"/>
                    <a:pt x="14649" y="26670"/>
                    <a:pt x="13252" y="29845"/>
                  </a:cubicBezTo>
                  <a:lnTo>
                    <a:pt x="8426" y="27686"/>
                  </a:lnTo>
                  <a:lnTo>
                    <a:pt x="13252" y="29845"/>
                  </a:lnTo>
                  <a:cubicBezTo>
                    <a:pt x="11855" y="33020"/>
                    <a:pt x="10839" y="36195"/>
                    <a:pt x="10458" y="39624"/>
                  </a:cubicBezTo>
                  <a:cubicBezTo>
                    <a:pt x="10077" y="42545"/>
                    <a:pt x="7410" y="44577"/>
                    <a:pt x="4616" y="44196"/>
                  </a:cubicBezTo>
                  <a:cubicBezTo>
                    <a:pt x="1822" y="43815"/>
                    <a:pt x="-337" y="41148"/>
                    <a:pt x="44" y="38354"/>
                  </a:cubicBezTo>
                  <a:cubicBezTo>
                    <a:pt x="552" y="33909"/>
                    <a:pt x="1822" y="29591"/>
                    <a:pt x="3727" y="25400"/>
                  </a:cubicBezTo>
                  <a:cubicBezTo>
                    <a:pt x="5632" y="21209"/>
                    <a:pt x="8172" y="17526"/>
                    <a:pt x="11220" y="14224"/>
                  </a:cubicBezTo>
                  <a:cubicBezTo>
                    <a:pt x="14268" y="10922"/>
                    <a:pt x="17824" y="8128"/>
                    <a:pt x="21761" y="5842"/>
                  </a:cubicBezTo>
                  <a:cubicBezTo>
                    <a:pt x="25698" y="3556"/>
                    <a:pt x="29889" y="2032"/>
                    <a:pt x="34334" y="1016"/>
                  </a:cubicBezTo>
                  <a:cubicBezTo>
                    <a:pt x="38779" y="0"/>
                    <a:pt x="43224" y="-254"/>
                    <a:pt x="47796" y="254"/>
                  </a:cubicBezTo>
                  <a:cubicBezTo>
                    <a:pt x="52241" y="635"/>
                    <a:pt x="56686" y="1778"/>
                    <a:pt x="60750" y="3556"/>
                  </a:cubicBezTo>
                  <a:cubicBezTo>
                    <a:pt x="64814" y="5334"/>
                    <a:pt x="68751" y="7747"/>
                    <a:pt x="72180" y="10668"/>
                  </a:cubicBezTo>
                  <a:cubicBezTo>
                    <a:pt x="75609" y="13589"/>
                    <a:pt x="78530" y="17018"/>
                    <a:pt x="80816" y="20955"/>
                  </a:cubicBezTo>
                  <a:cubicBezTo>
                    <a:pt x="82340" y="23495"/>
                    <a:pt x="81578" y="26670"/>
                    <a:pt x="79038" y="28194"/>
                  </a:cubicBezTo>
                  <a:cubicBezTo>
                    <a:pt x="76498" y="29718"/>
                    <a:pt x="73323" y="28956"/>
                    <a:pt x="71799" y="26416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172513" y="286391"/>
              <a:ext cx="23317" cy="26595"/>
            </a:xfrm>
            <a:custGeom>
              <a:avLst/>
              <a:gdLst/>
              <a:ahLst/>
              <a:cxnLst/>
              <a:rect l="l" t="t" r="r" b="b"/>
              <a:pathLst>
                <a:path w="23317" h="26595">
                  <a:moveTo>
                    <a:pt x="16844" y="10789"/>
                  </a:moveTo>
                  <a:cubicBezTo>
                    <a:pt x="14558" y="10281"/>
                    <a:pt x="11764" y="11932"/>
                    <a:pt x="10748" y="16250"/>
                  </a:cubicBezTo>
                  <a:cubicBezTo>
                    <a:pt x="10494" y="17647"/>
                    <a:pt x="10494" y="18917"/>
                    <a:pt x="10748" y="19933"/>
                  </a:cubicBezTo>
                  <a:cubicBezTo>
                    <a:pt x="11510" y="22727"/>
                    <a:pt x="9859" y="25648"/>
                    <a:pt x="7065" y="26410"/>
                  </a:cubicBezTo>
                  <a:cubicBezTo>
                    <a:pt x="4271" y="27172"/>
                    <a:pt x="1350" y="25521"/>
                    <a:pt x="588" y="22727"/>
                  </a:cubicBezTo>
                  <a:cubicBezTo>
                    <a:pt x="-174" y="19933"/>
                    <a:pt x="-174" y="16758"/>
                    <a:pt x="461" y="13837"/>
                  </a:cubicBezTo>
                  <a:cubicBezTo>
                    <a:pt x="1985" y="6725"/>
                    <a:pt x="8589" y="-1911"/>
                    <a:pt x="19130" y="375"/>
                  </a:cubicBezTo>
                  <a:cubicBezTo>
                    <a:pt x="21924" y="1010"/>
                    <a:pt x="23829" y="3804"/>
                    <a:pt x="23194" y="6725"/>
                  </a:cubicBezTo>
                  <a:cubicBezTo>
                    <a:pt x="22559" y="9646"/>
                    <a:pt x="19765" y="11424"/>
                    <a:pt x="16844" y="10789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172847" y="302387"/>
              <a:ext cx="10668" cy="94615"/>
            </a:xfrm>
            <a:custGeom>
              <a:avLst/>
              <a:gdLst/>
              <a:ahLst/>
              <a:cxnLst/>
              <a:rect l="l" t="t" r="r" b="b"/>
              <a:pathLst>
                <a:path w="10668" h="94615">
                  <a:moveTo>
                    <a:pt x="10668" y="5334"/>
                  </a:moveTo>
                  <a:lnTo>
                    <a:pt x="10668" y="89281"/>
                  </a:lnTo>
                  <a:cubicBezTo>
                    <a:pt x="10668" y="92202"/>
                    <a:pt x="8255" y="94615"/>
                    <a:pt x="5334" y="94615"/>
                  </a:cubicBezTo>
                  <a:cubicBezTo>
                    <a:pt x="2413" y="94615"/>
                    <a:pt x="0" y="92202"/>
                    <a:pt x="0" y="89281"/>
                  </a:cubicBezTo>
                  <a:lnTo>
                    <a:pt x="0" y="5334"/>
                  </a:lnTo>
                  <a:cubicBezTo>
                    <a:pt x="0" y="2413"/>
                    <a:pt x="2413" y="0"/>
                    <a:pt x="5334" y="0"/>
                  </a:cubicBezTo>
                  <a:cubicBezTo>
                    <a:pt x="8255" y="0"/>
                    <a:pt x="10668" y="2413"/>
                    <a:pt x="10668" y="5334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202819" y="396367"/>
              <a:ext cx="84328" cy="10668"/>
            </a:xfrm>
            <a:custGeom>
              <a:avLst/>
              <a:gdLst/>
              <a:ahLst/>
              <a:cxnLst/>
              <a:rect l="l" t="t" r="r" b="b"/>
              <a:pathLst>
                <a:path w="84328" h="10668">
                  <a:moveTo>
                    <a:pt x="5334" y="0"/>
                  </a:moveTo>
                  <a:lnTo>
                    <a:pt x="78994" y="0"/>
                  </a:lnTo>
                  <a:cubicBezTo>
                    <a:pt x="81915" y="0"/>
                    <a:pt x="84328" y="2413"/>
                    <a:pt x="84328" y="5334"/>
                  </a:cubicBezTo>
                  <a:cubicBezTo>
                    <a:pt x="84328" y="8255"/>
                    <a:pt x="81915" y="10668"/>
                    <a:pt x="78994" y="10668"/>
                  </a:cubicBezTo>
                  <a:lnTo>
                    <a:pt x="5334" y="10668"/>
                  </a:lnTo>
                  <a:cubicBezTo>
                    <a:pt x="2413" y="10668"/>
                    <a:pt x="0" y="8255"/>
                    <a:pt x="0" y="5334"/>
                  </a:cubicBezTo>
                  <a:cubicBezTo>
                    <a:pt x="0" y="2413"/>
                    <a:pt x="2413" y="0"/>
                    <a:pt x="5334" y="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7451722" y="4012082"/>
            <a:ext cx="3403597" cy="603247"/>
            <a:chOff x="0" y="0"/>
            <a:chExt cx="3403600" cy="603250"/>
          </a:xfrm>
        </p:grpSpPr>
        <p:sp>
          <p:nvSpPr>
            <p:cNvPr id="56" name="Freeform 56"/>
            <p:cNvSpPr/>
            <p:nvPr/>
          </p:nvSpPr>
          <p:spPr>
            <a:xfrm>
              <a:off x="301625" y="226441"/>
              <a:ext cx="3038475" cy="152400"/>
            </a:xfrm>
            <a:custGeom>
              <a:avLst/>
              <a:gdLst/>
              <a:ahLst/>
              <a:cxnLst/>
              <a:rect l="l" t="t" r="r" b="b"/>
              <a:pathLst>
                <a:path w="3038475" h="152400">
                  <a:moveTo>
                    <a:pt x="0" y="132461"/>
                  </a:moveTo>
                  <a:lnTo>
                    <a:pt x="0" y="19939"/>
                  </a:lnTo>
                  <a:cubicBezTo>
                    <a:pt x="0" y="17272"/>
                    <a:pt x="508" y="14732"/>
                    <a:pt x="1524" y="12319"/>
                  </a:cubicBezTo>
                  <a:cubicBezTo>
                    <a:pt x="2540" y="9906"/>
                    <a:pt x="3937" y="7747"/>
                    <a:pt x="5842" y="5842"/>
                  </a:cubicBezTo>
                  <a:cubicBezTo>
                    <a:pt x="7747" y="3937"/>
                    <a:pt x="9906" y="2540"/>
                    <a:pt x="12319" y="1524"/>
                  </a:cubicBezTo>
                  <a:cubicBezTo>
                    <a:pt x="14732" y="508"/>
                    <a:pt x="17272" y="0"/>
                    <a:pt x="19939" y="0"/>
                  </a:cubicBezTo>
                  <a:lnTo>
                    <a:pt x="3018536" y="0"/>
                  </a:lnTo>
                  <a:cubicBezTo>
                    <a:pt x="3021203" y="0"/>
                    <a:pt x="3023743" y="508"/>
                    <a:pt x="3026156" y="1524"/>
                  </a:cubicBezTo>
                  <a:cubicBezTo>
                    <a:pt x="3028569" y="2540"/>
                    <a:pt x="3030728" y="3937"/>
                    <a:pt x="3032633" y="5842"/>
                  </a:cubicBezTo>
                  <a:cubicBezTo>
                    <a:pt x="3034538" y="7747"/>
                    <a:pt x="3035935" y="9906"/>
                    <a:pt x="3036951" y="12319"/>
                  </a:cubicBezTo>
                  <a:cubicBezTo>
                    <a:pt x="3037967" y="14732"/>
                    <a:pt x="3038475" y="17272"/>
                    <a:pt x="3038475" y="19939"/>
                  </a:cubicBezTo>
                  <a:lnTo>
                    <a:pt x="3038475" y="132461"/>
                  </a:lnTo>
                  <a:cubicBezTo>
                    <a:pt x="3038475" y="135128"/>
                    <a:pt x="3037967" y="137668"/>
                    <a:pt x="3036951" y="140081"/>
                  </a:cubicBezTo>
                  <a:cubicBezTo>
                    <a:pt x="3035935" y="142494"/>
                    <a:pt x="3034538" y="144653"/>
                    <a:pt x="3032633" y="146558"/>
                  </a:cubicBezTo>
                  <a:cubicBezTo>
                    <a:pt x="3030728" y="148463"/>
                    <a:pt x="3028569" y="149860"/>
                    <a:pt x="3026156" y="150876"/>
                  </a:cubicBezTo>
                  <a:cubicBezTo>
                    <a:pt x="3023743" y="151892"/>
                    <a:pt x="3021203" y="152400"/>
                    <a:pt x="3018536" y="152400"/>
                  </a:cubicBezTo>
                  <a:lnTo>
                    <a:pt x="19939" y="152400"/>
                  </a:lnTo>
                  <a:cubicBezTo>
                    <a:pt x="17272" y="152400"/>
                    <a:pt x="14732" y="151892"/>
                    <a:pt x="12319" y="150876"/>
                  </a:cubicBezTo>
                  <a:cubicBezTo>
                    <a:pt x="9906" y="149860"/>
                    <a:pt x="7747" y="148463"/>
                    <a:pt x="5842" y="146558"/>
                  </a:cubicBezTo>
                  <a:cubicBezTo>
                    <a:pt x="3937" y="144653"/>
                    <a:pt x="2540" y="142494"/>
                    <a:pt x="1524" y="140081"/>
                  </a:cubicBezTo>
                  <a:cubicBezTo>
                    <a:pt x="508" y="137668"/>
                    <a:pt x="0" y="135128"/>
                    <a:pt x="0" y="132461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63500" y="63500"/>
              <a:ext cx="476377" cy="476377"/>
            </a:xfrm>
            <a:custGeom>
              <a:avLst/>
              <a:gdLst/>
              <a:ahLst/>
              <a:cxnLst/>
              <a:rect l="l" t="t" r="r" b="b"/>
              <a:pathLst>
                <a:path w="476377" h="476377">
                  <a:moveTo>
                    <a:pt x="476250" y="238125"/>
                  </a:moveTo>
                  <a:cubicBezTo>
                    <a:pt x="476250" y="245872"/>
                    <a:pt x="475869" y="253746"/>
                    <a:pt x="475107" y="261493"/>
                  </a:cubicBezTo>
                  <a:cubicBezTo>
                    <a:pt x="474345" y="269240"/>
                    <a:pt x="473202" y="276987"/>
                    <a:pt x="471678" y="284607"/>
                  </a:cubicBezTo>
                  <a:cubicBezTo>
                    <a:pt x="470154" y="292227"/>
                    <a:pt x="468249" y="299847"/>
                    <a:pt x="465963" y="307213"/>
                  </a:cubicBezTo>
                  <a:cubicBezTo>
                    <a:pt x="463677" y="314579"/>
                    <a:pt x="461137" y="322072"/>
                    <a:pt x="458089" y="329184"/>
                  </a:cubicBezTo>
                  <a:cubicBezTo>
                    <a:pt x="455041" y="336296"/>
                    <a:pt x="451739" y="343408"/>
                    <a:pt x="448056" y="350266"/>
                  </a:cubicBezTo>
                  <a:cubicBezTo>
                    <a:pt x="444373" y="357124"/>
                    <a:pt x="440436" y="363855"/>
                    <a:pt x="435991" y="370332"/>
                  </a:cubicBezTo>
                  <a:cubicBezTo>
                    <a:pt x="431546" y="376809"/>
                    <a:pt x="426974" y="383032"/>
                    <a:pt x="422021" y="389128"/>
                  </a:cubicBezTo>
                  <a:cubicBezTo>
                    <a:pt x="417068" y="395224"/>
                    <a:pt x="411861" y="400939"/>
                    <a:pt x="406273" y="406400"/>
                  </a:cubicBezTo>
                  <a:cubicBezTo>
                    <a:pt x="400685" y="411861"/>
                    <a:pt x="394970" y="417195"/>
                    <a:pt x="389001" y="422148"/>
                  </a:cubicBezTo>
                  <a:cubicBezTo>
                    <a:pt x="383032" y="427101"/>
                    <a:pt x="376682" y="431673"/>
                    <a:pt x="370205" y="436118"/>
                  </a:cubicBezTo>
                  <a:cubicBezTo>
                    <a:pt x="363728" y="440563"/>
                    <a:pt x="356997" y="444500"/>
                    <a:pt x="350139" y="448183"/>
                  </a:cubicBezTo>
                  <a:cubicBezTo>
                    <a:pt x="343281" y="451866"/>
                    <a:pt x="336169" y="455168"/>
                    <a:pt x="329057" y="458216"/>
                  </a:cubicBezTo>
                  <a:cubicBezTo>
                    <a:pt x="321945" y="461264"/>
                    <a:pt x="314579" y="463804"/>
                    <a:pt x="307086" y="466090"/>
                  </a:cubicBezTo>
                  <a:cubicBezTo>
                    <a:pt x="299593" y="468376"/>
                    <a:pt x="292100" y="470281"/>
                    <a:pt x="284480" y="471805"/>
                  </a:cubicBezTo>
                  <a:cubicBezTo>
                    <a:pt x="276860" y="473329"/>
                    <a:pt x="269113" y="474472"/>
                    <a:pt x="261366" y="475234"/>
                  </a:cubicBezTo>
                  <a:cubicBezTo>
                    <a:pt x="253619" y="475996"/>
                    <a:pt x="245872" y="476377"/>
                    <a:pt x="237998" y="476377"/>
                  </a:cubicBezTo>
                  <a:cubicBezTo>
                    <a:pt x="230124" y="476377"/>
                    <a:pt x="222377" y="475996"/>
                    <a:pt x="214630" y="475234"/>
                  </a:cubicBezTo>
                  <a:cubicBezTo>
                    <a:pt x="206883" y="474472"/>
                    <a:pt x="199136" y="473329"/>
                    <a:pt x="191516" y="471805"/>
                  </a:cubicBezTo>
                  <a:cubicBezTo>
                    <a:pt x="183896" y="470281"/>
                    <a:pt x="176276" y="468376"/>
                    <a:pt x="168910" y="466090"/>
                  </a:cubicBezTo>
                  <a:cubicBezTo>
                    <a:pt x="161544" y="463804"/>
                    <a:pt x="154051" y="461264"/>
                    <a:pt x="146939" y="458216"/>
                  </a:cubicBezTo>
                  <a:cubicBezTo>
                    <a:pt x="139827" y="455168"/>
                    <a:pt x="132715" y="451866"/>
                    <a:pt x="125857" y="448183"/>
                  </a:cubicBezTo>
                  <a:cubicBezTo>
                    <a:pt x="118999" y="444500"/>
                    <a:pt x="112268" y="440563"/>
                    <a:pt x="105791" y="436118"/>
                  </a:cubicBezTo>
                  <a:cubicBezTo>
                    <a:pt x="99314" y="431673"/>
                    <a:pt x="93091" y="427101"/>
                    <a:pt x="86995" y="422148"/>
                  </a:cubicBezTo>
                  <a:cubicBezTo>
                    <a:pt x="80899" y="417195"/>
                    <a:pt x="75184" y="411988"/>
                    <a:pt x="69723" y="406400"/>
                  </a:cubicBezTo>
                  <a:cubicBezTo>
                    <a:pt x="64262" y="400812"/>
                    <a:pt x="58928" y="395097"/>
                    <a:pt x="53975" y="389128"/>
                  </a:cubicBezTo>
                  <a:cubicBezTo>
                    <a:pt x="49022" y="383159"/>
                    <a:pt x="44450" y="376809"/>
                    <a:pt x="40005" y="370332"/>
                  </a:cubicBezTo>
                  <a:cubicBezTo>
                    <a:pt x="35560" y="363855"/>
                    <a:pt x="31623" y="357124"/>
                    <a:pt x="27940" y="350266"/>
                  </a:cubicBezTo>
                  <a:cubicBezTo>
                    <a:pt x="24257" y="343408"/>
                    <a:pt x="20955" y="336296"/>
                    <a:pt x="17907" y="329184"/>
                  </a:cubicBezTo>
                  <a:cubicBezTo>
                    <a:pt x="14859" y="322072"/>
                    <a:pt x="12319" y="314706"/>
                    <a:pt x="10033" y="307213"/>
                  </a:cubicBezTo>
                  <a:cubicBezTo>
                    <a:pt x="7747" y="299720"/>
                    <a:pt x="5842" y="292227"/>
                    <a:pt x="4318" y="284607"/>
                  </a:cubicBezTo>
                  <a:cubicBezTo>
                    <a:pt x="2794" y="276987"/>
                    <a:pt x="1651" y="269240"/>
                    <a:pt x="889" y="261493"/>
                  </a:cubicBezTo>
                  <a:cubicBezTo>
                    <a:pt x="127" y="253746"/>
                    <a:pt x="0" y="245872"/>
                    <a:pt x="0" y="238125"/>
                  </a:cubicBezTo>
                  <a:cubicBezTo>
                    <a:pt x="0" y="230378"/>
                    <a:pt x="381" y="222504"/>
                    <a:pt x="1143" y="214757"/>
                  </a:cubicBezTo>
                  <a:cubicBezTo>
                    <a:pt x="1905" y="207010"/>
                    <a:pt x="3048" y="199263"/>
                    <a:pt x="4572" y="191643"/>
                  </a:cubicBezTo>
                  <a:cubicBezTo>
                    <a:pt x="6096" y="184023"/>
                    <a:pt x="8001" y="176403"/>
                    <a:pt x="10287" y="169037"/>
                  </a:cubicBezTo>
                  <a:cubicBezTo>
                    <a:pt x="12573" y="161671"/>
                    <a:pt x="15113" y="154178"/>
                    <a:pt x="18161" y="147066"/>
                  </a:cubicBezTo>
                  <a:cubicBezTo>
                    <a:pt x="21209" y="139954"/>
                    <a:pt x="24511" y="132842"/>
                    <a:pt x="28194" y="125984"/>
                  </a:cubicBezTo>
                  <a:cubicBezTo>
                    <a:pt x="31877" y="119126"/>
                    <a:pt x="35814" y="112395"/>
                    <a:pt x="40259" y="105918"/>
                  </a:cubicBezTo>
                  <a:cubicBezTo>
                    <a:pt x="44704" y="99441"/>
                    <a:pt x="49276" y="93218"/>
                    <a:pt x="54229" y="87122"/>
                  </a:cubicBezTo>
                  <a:cubicBezTo>
                    <a:pt x="59182" y="81026"/>
                    <a:pt x="64389" y="75311"/>
                    <a:pt x="69977" y="69850"/>
                  </a:cubicBezTo>
                  <a:cubicBezTo>
                    <a:pt x="75565" y="64389"/>
                    <a:pt x="81280" y="59055"/>
                    <a:pt x="87249" y="54102"/>
                  </a:cubicBezTo>
                  <a:cubicBezTo>
                    <a:pt x="93218" y="49149"/>
                    <a:pt x="99568" y="44577"/>
                    <a:pt x="106045" y="40132"/>
                  </a:cubicBezTo>
                  <a:cubicBezTo>
                    <a:pt x="112522" y="35687"/>
                    <a:pt x="119253" y="31750"/>
                    <a:pt x="126111" y="28067"/>
                  </a:cubicBezTo>
                  <a:cubicBezTo>
                    <a:pt x="132969" y="24384"/>
                    <a:pt x="140081" y="21082"/>
                    <a:pt x="147193" y="18034"/>
                  </a:cubicBezTo>
                  <a:cubicBezTo>
                    <a:pt x="154305" y="14986"/>
                    <a:pt x="161671" y="12446"/>
                    <a:pt x="169164" y="10160"/>
                  </a:cubicBezTo>
                  <a:cubicBezTo>
                    <a:pt x="176657" y="7874"/>
                    <a:pt x="184150" y="5969"/>
                    <a:pt x="191770" y="4445"/>
                  </a:cubicBezTo>
                  <a:cubicBezTo>
                    <a:pt x="199390" y="2921"/>
                    <a:pt x="207137" y="1778"/>
                    <a:pt x="214884" y="1016"/>
                  </a:cubicBezTo>
                  <a:cubicBezTo>
                    <a:pt x="222631" y="254"/>
                    <a:pt x="230378" y="0"/>
                    <a:pt x="238125" y="0"/>
                  </a:cubicBezTo>
                  <a:cubicBezTo>
                    <a:pt x="245872" y="0"/>
                    <a:pt x="253746" y="381"/>
                    <a:pt x="261493" y="1143"/>
                  </a:cubicBezTo>
                  <a:cubicBezTo>
                    <a:pt x="269240" y="1905"/>
                    <a:pt x="276987" y="3048"/>
                    <a:pt x="284607" y="4572"/>
                  </a:cubicBezTo>
                  <a:cubicBezTo>
                    <a:pt x="292227" y="6096"/>
                    <a:pt x="299847" y="8001"/>
                    <a:pt x="307213" y="10287"/>
                  </a:cubicBezTo>
                  <a:cubicBezTo>
                    <a:pt x="314579" y="12573"/>
                    <a:pt x="322072" y="15113"/>
                    <a:pt x="329184" y="18161"/>
                  </a:cubicBezTo>
                  <a:cubicBezTo>
                    <a:pt x="336296" y="21209"/>
                    <a:pt x="343408" y="24511"/>
                    <a:pt x="350266" y="28194"/>
                  </a:cubicBezTo>
                  <a:cubicBezTo>
                    <a:pt x="357124" y="31877"/>
                    <a:pt x="363855" y="35814"/>
                    <a:pt x="370332" y="40259"/>
                  </a:cubicBezTo>
                  <a:cubicBezTo>
                    <a:pt x="376809" y="44704"/>
                    <a:pt x="383032" y="49276"/>
                    <a:pt x="389128" y="54229"/>
                  </a:cubicBezTo>
                  <a:cubicBezTo>
                    <a:pt x="395224" y="59182"/>
                    <a:pt x="400939" y="64389"/>
                    <a:pt x="406400" y="69977"/>
                  </a:cubicBezTo>
                  <a:cubicBezTo>
                    <a:pt x="411861" y="75565"/>
                    <a:pt x="417195" y="81280"/>
                    <a:pt x="422148" y="87249"/>
                  </a:cubicBezTo>
                  <a:cubicBezTo>
                    <a:pt x="427101" y="93218"/>
                    <a:pt x="431673" y="99568"/>
                    <a:pt x="436118" y="106045"/>
                  </a:cubicBezTo>
                  <a:cubicBezTo>
                    <a:pt x="440563" y="112522"/>
                    <a:pt x="444500" y="119253"/>
                    <a:pt x="448183" y="126111"/>
                  </a:cubicBezTo>
                  <a:cubicBezTo>
                    <a:pt x="451866" y="132969"/>
                    <a:pt x="455168" y="140081"/>
                    <a:pt x="458216" y="147193"/>
                  </a:cubicBezTo>
                  <a:cubicBezTo>
                    <a:pt x="461264" y="154305"/>
                    <a:pt x="463804" y="161671"/>
                    <a:pt x="466090" y="169164"/>
                  </a:cubicBezTo>
                  <a:cubicBezTo>
                    <a:pt x="468376" y="176657"/>
                    <a:pt x="470281" y="184150"/>
                    <a:pt x="471805" y="191770"/>
                  </a:cubicBezTo>
                  <a:cubicBezTo>
                    <a:pt x="473329" y="199390"/>
                    <a:pt x="474472" y="207137"/>
                    <a:pt x="475234" y="214884"/>
                  </a:cubicBezTo>
                  <a:cubicBezTo>
                    <a:pt x="475996" y="222631"/>
                    <a:pt x="476377" y="230378"/>
                    <a:pt x="476377" y="238252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313640" y="271603"/>
              <a:ext cx="74993" cy="46037"/>
            </a:xfrm>
            <a:custGeom>
              <a:avLst/>
              <a:gdLst/>
              <a:ahLst/>
              <a:cxnLst/>
              <a:rect l="l" t="t" r="r" b="b"/>
              <a:pathLst>
                <a:path w="74993" h="46037">
                  <a:moveTo>
                    <a:pt x="6527" y="304"/>
                  </a:moveTo>
                  <a:cubicBezTo>
                    <a:pt x="14782" y="2463"/>
                    <a:pt x="23799" y="5511"/>
                    <a:pt x="32816" y="9321"/>
                  </a:cubicBezTo>
                  <a:cubicBezTo>
                    <a:pt x="32943" y="9321"/>
                    <a:pt x="33070" y="9448"/>
                    <a:pt x="33197" y="9448"/>
                  </a:cubicBezTo>
                  <a:cubicBezTo>
                    <a:pt x="42087" y="13893"/>
                    <a:pt x="49961" y="18592"/>
                    <a:pt x="58216" y="24307"/>
                  </a:cubicBezTo>
                  <a:cubicBezTo>
                    <a:pt x="58343" y="24307"/>
                    <a:pt x="58343" y="24434"/>
                    <a:pt x="58470" y="24561"/>
                  </a:cubicBezTo>
                  <a:cubicBezTo>
                    <a:pt x="63169" y="28244"/>
                    <a:pt x="68122" y="32308"/>
                    <a:pt x="73202" y="36753"/>
                  </a:cubicBezTo>
                  <a:cubicBezTo>
                    <a:pt x="75361" y="38658"/>
                    <a:pt x="75615" y="42087"/>
                    <a:pt x="73710" y="44246"/>
                  </a:cubicBezTo>
                  <a:cubicBezTo>
                    <a:pt x="71805" y="46405"/>
                    <a:pt x="68376" y="46659"/>
                    <a:pt x="66217" y="44754"/>
                  </a:cubicBezTo>
                  <a:cubicBezTo>
                    <a:pt x="61264" y="40436"/>
                    <a:pt x="56565" y="36499"/>
                    <a:pt x="51993" y="32943"/>
                  </a:cubicBezTo>
                  <a:lnTo>
                    <a:pt x="55295" y="28752"/>
                  </a:lnTo>
                  <a:lnTo>
                    <a:pt x="52247" y="33070"/>
                  </a:lnTo>
                  <a:cubicBezTo>
                    <a:pt x="44373" y="27609"/>
                    <a:pt x="36753" y="23164"/>
                    <a:pt x="28371" y="18846"/>
                  </a:cubicBezTo>
                  <a:lnTo>
                    <a:pt x="30784" y="14147"/>
                  </a:lnTo>
                  <a:lnTo>
                    <a:pt x="28752" y="18973"/>
                  </a:lnTo>
                  <a:cubicBezTo>
                    <a:pt x="20243" y="15290"/>
                    <a:pt x="11607" y="12369"/>
                    <a:pt x="3987" y="10464"/>
                  </a:cubicBezTo>
                  <a:cubicBezTo>
                    <a:pt x="1193" y="9702"/>
                    <a:pt x="-585" y="6781"/>
                    <a:pt x="177" y="3987"/>
                  </a:cubicBezTo>
                  <a:cubicBezTo>
                    <a:pt x="939" y="1193"/>
                    <a:pt x="3860" y="-585"/>
                    <a:pt x="6654" y="177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313180" y="307144"/>
              <a:ext cx="75382" cy="45918"/>
            </a:xfrm>
            <a:custGeom>
              <a:avLst/>
              <a:gdLst/>
              <a:ahLst/>
              <a:cxnLst/>
              <a:rect l="l" t="t" r="r" b="b"/>
              <a:pathLst>
                <a:path w="75382" h="45918">
                  <a:moveTo>
                    <a:pt x="3939" y="35502"/>
                  </a:moveTo>
                  <a:cubicBezTo>
                    <a:pt x="11940" y="33597"/>
                    <a:pt x="20195" y="30930"/>
                    <a:pt x="27815" y="27755"/>
                  </a:cubicBezTo>
                  <a:lnTo>
                    <a:pt x="29847" y="32708"/>
                  </a:lnTo>
                  <a:lnTo>
                    <a:pt x="27561" y="28009"/>
                  </a:lnTo>
                  <a:cubicBezTo>
                    <a:pt x="35943" y="23818"/>
                    <a:pt x="43944" y="19246"/>
                    <a:pt x="52199" y="13531"/>
                  </a:cubicBezTo>
                  <a:lnTo>
                    <a:pt x="55247" y="17849"/>
                  </a:lnTo>
                  <a:lnTo>
                    <a:pt x="51945" y="13658"/>
                  </a:lnTo>
                  <a:cubicBezTo>
                    <a:pt x="56771" y="9975"/>
                    <a:pt x="61597" y="5784"/>
                    <a:pt x="66550" y="1339"/>
                  </a:cubicBezTo>
                  <a:cubicBezTo>
                    <a:pt x="68709" y="-566"/>
                    <a:pt x="72138" y="-439"/>
                    <a:pt x="74043" y="1720"/>
                  </a:cubicBezTo>
                  <a:cubicBezTo>
                    <a:pt x="75948" y="3879"/>
                    <a:pt x="75821" y="7308"/>
                    <a:pt x="73662" y="9213"/>
                  </a:cubicBezTo>
                  <a:cubicBezTo>
                    <a:pt x="68582" y="13785"/>
                    <a:pt x="63502" y="17976"/>
                    <a:pt x="58549" y="21913"/>
                  </a:cubicBezTo>
                  <a:cubicBezTo>
                    <a:pt x="58422" y="22040"/>
                    <a:pt x="58422" y="22040"/>
                    <a:pt x="58295" y="22167"/>
                  </a:cubicBezTo>
                  <a:cubicBezTo>
                    <a:pt x="49532" y="28136"/>
                    <a:pt x="41277" y="32962"/>
                    <a:pt x="32387" y="37407"/>
                  </a:cubicBezTo>
                  <a:cubicBezTo>
                    <a:pt x="32260" y="37407"/>
                    <a:pt x="32133" y="37534"/>
                    <a:pt x="32006" y="37534"/>
                  </a:cubicBezTo>
                  <a:cubicBezTo>
                    <a:pt x="23878" y="40836"/>
                    <a:pt x="15115" y="43757"/>
                    <a:pt x="6479" y="45789"/>
                  </a:cubicBezTo>
                  <a:cubicBezTo>
                    <a:pt x="3685" y="46424"/>
                    <a:pt x="764" y="44646"/>
                    <a:pt x="129" y="41852"/>
                  </a:cubicBezTo>
                  <a:cubicBezTo>
                    <a:pt x="-506" y="39058"/>
                    <a:pt x="1272" y="36137"/>
                    <a:pt x="4066" y="35502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60" name="Freeform 60"/>
            <p:cNvSpPr/>
            <p:nvPr/>
          </p:nvSpPr>
          <p:spPr>
            <a:xfrm>
              <a:off x="306350" y="272999"/>
              <a:ext cx="32486" cy="79653"/>
            </a:xfrm>
            <a:custGeom>
              <a:avLst/>
              <a:gdLst/>
              <a:ahLst/>
              <a:cxnLst/>
              <a:rect l="l" t="t" r="r" b="b"/>
              <a:pathLst>
                <a:path w="32486" h="79653">
                  <a:moveTo>
                    <a:pt x="11658" y="1321"/>
                  </a:moveTo>
                  <a:cubicBezTo>
                    <a:pt x="14325" y="4115"/>
                    <a:pt x="16484" y="6147"/>
                    <a:pt x="18389" y="8052"/>
                  </a:cubicBezTo>
                  <a:cubicBezTo>
                    <a:pt x="19786" y="9449"/>
                    <a:pt x="21183" y="10719"/>
                    <a:pt x="22453" y="12116"/>
                  </a:cubicBezTo>
                  <a:cubicBezTo>
                    <a:pt x="22453" y="12116"/>
                    <a:pt x="22707" y="12370"/>
                    <a:pt x="22834" y="12497"/>
                  </a:cubicBezTo>
                  <a:cubicBezTo>
                    <a:pt x="25247" y="15672"/>
                    <a:pt x="27914" y="19863"/>
                    <a:pt x="29819" y="24054"/>
                  </a:cubicBezTo>
                  <a:cubicBezTo>
                    <a:pt x="29946" y="24308"/>
                    <a:pt x="29946" y="24435"/>
                    <a:pt x="30073" y="24689"/>
                  </a:cubicBezTo>
                  <a:cubicBezTo>
                    <a:pt x="31597" y="29896"/>
                    <a:pt x="32486" y="35230"/>
                    <a:pt x="32486" y="40564"/>
                  </a:cubicBezTo>
                  <a:cubicBezTo>
                    <a:pt x="32486" y="40818"/>
                    <a:pt x="32486" y="40945"/>
                    <a:pt x="32486" y="41199"/>
                  </a:cubicBezTo>
                  <a:cubicBezTo>
                    <a:pt x="31978" y="46533"/>
                    <a:pt x="30708" y="51867"/>
                    <a:pt x="28676" y="57201"/>
                  </a:cubicBezTo>
                  <a:cubicBezTo>
                    <a:pt x="28549" y="57455"/>
                    <a:pt x="28422" y="57709"/>
                    <a:pt x="28295" y="57836"/>
                  </a:cubicBezTo>
                  <a:cubicBezTo>
                    <a:pt x="25882" y="62154"/>
                    <a:pt x="22707" y="66345"/>
                    <a:pt x="19659" y="69520"/>
                  </a:cubicBezTo>
                  <a:cubicBezTo>
                    <a:pt x="19532" y="69647"/>
                    <a:pt x="19405" y="69774"/>
                    <a:pt x="19278" y="69901"/>
                  </a:cubicBezTo>
                  <a:cubicBezTo>
                    <a:pt x="17373" y="71552"/>
                    <a:pt x="13690" y="74473"/>
                    <a:pt x="8483" y="78537"/>
                  </a:cubicBezTo>
                  <a:cubicBezTo>
                    <a:pt x="6197" y="80315"/>
                    <a:pt x="2895" y="79934"/>
                    <a:pt x="1117" y="77648"/>
                  </a:cubicBezTo>
                  <a:cubicBezTo>
                    <a:pt x="-661" y="75362"/>
                    <a:pt x="-280" y="72060"/>
                    <a:pt x="2006" y="70282"/>
                  </a:cubicBezTo>
                  <a:cubicBezTo>
                    <a:pt x="7340" y="66218"/>
                    <a:pt x="10769" y="63424"/>
                    <a:pt x="12420" y="62027"/>
                  </a:cubicBezTo>
                  <a:lnTo>
                    <a:pt x="15849" y="66091"/>
                  </a:lnTo>
                  <a:lnTo>
                    <a:pt x="12039" y="62408"/>
                  </a:lnTo>
                  <a:cubicBezTo>
                    <a:pt x="14452" y="59868"/>
                    <a:pt x="17119" y="56312"/>
                    <a:pt x="19151" y="52883"/>
                  </a:cubicBezTo>
                  <a:lnTo>
                    <a:pt x="23723" y="55550"/>
                  </a:lnTo>
                  <a:lnTo>
                    <a:pt x="18770" y="53645"/>
                  </a:lnTo>
                  <a:cubicBezTo>
                    <a:pt x="20548" y="49200"/>
                    <a:pt x="21564" y="44882"/>
                    <a:pt x="21945" y="40564"/>
                  </a:cubicBezTo>
                  <a:lnTo>
                    <a:pt x="27152" y="41072"/>
                  </a:lnTo>
                  <a:lnTo>
                    <a:pt x="21818" y="41199"/>
                  </a:lnTo>
                  <a:cubicBezTo>
                    <a:pt x="21691" y="36881"/>
                    <a:pt x="21056" y="32563"/>
                    <a:pt x="19786" y="28245"/>
                  </a:cubicBezTo>
                  <a:lnTo>
                    <a:pt x="24866" y="26721"/>
                  </a:lnTo>
                  <a:lnTo>
                    <a:pt x="20040" y="28880"/>
                  </a:lnTo>
                  <a:cubicBezTo>
                    <a:pt x="18516" y="25451"/>
                    <a:pt x="16357" y="21895"/>
                    <a:pt x="14452" y="19355"/>
                  </a:cubicBezTo>
                  <a:lnTo>
                    <a:pt x="18643" y="16053"/>
                  </a:lnTo>
                  <a:lnTo>
                    <a:pt x="14833" y="19736"/>
                  </a:lnTo>
                  <a:cubicBezTo>
                    <a:pt x="13817" y="18593"/>
                    <a:pt x="12547" y="17450"/>
                    <a:pt x="11150" y="16053"/>
                  </a:cubicBezTo>
                  <a:cubicBezTo>
                    <a:pt x="9245" y="14148"/>
                    <a:pt x="6959" y="11989"/>
                    <a:pt x="4038" y="8941"/>
                  </a:cubicBezTo>
                  <a:cubicBezTo>
                    <a:pt x="2006" y="6782"/>
                    <a:pt x="2133" y="3480"/>
                    <a:pt x="4292" y="1448"/>
                  </a:cubicBezTo>
                  <a:cubicBezTo>
                    <a:pt x="6451" y="-584"/>
                    <a:pt x="9753" y="-457"/>
                    <a:pt x="11785" y="1702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205854" y="271721"/>
              <a:ext cx="74494" cy="45919"/>
            </a:xfrm>
            <a:custGeom>
              <a:avLst/>
              <a:gdLst/>
              <a:ahLst/>
              <a:cxnLst/>
              <a:rect l="l" t="t" r="r" b="b"/>
              <a:pathLst>
                <a:path w="74494" h="45919">
                  <a:moveTo>
                    <a:pt x="70625" y="10600"/>
                  </a:moveTo>
                  <a:cubicBezTo>
                    <a:pt x="62370" y="12886"/>
                    <a:pt x="54623" y="15553"/>
                    <a:pt x="46622" y="18855"/>
                  </a:cubicBezTo>
                  <a:lnTo>
                    <a:pt x="44590" y="14029"/>
                  </a:lnTo>
                  <a:lnTo>
                    <a:pt x="47003" y="18728"/>
                  </a:lnTo>
                  <a:cubicBezTo>
                    <a:pt x="39510" y="22538"/>
                    <a:pt x="32017" y="26856"/>
                    <a:pt x="23762" y="32444"/>
                  </a:cubicBezTo>
                  <a:lnTo>
                    <a:pt x="20841" y="27999"/>
                  </a:lnTo>
                  <a:lnTo>
                    <a:pt x="24016" y="32190"/>
                  </a:lnTo>
                  <a:cubicBezTo>
                    <a:pt x="19190" y="35873"/>
                    <a:pt x="14110" y="40064"/>
                    <a:pt x="8776" y="44636"/>
                  </a:cubicBezTo>
                  <a:cubicBezTo>
                    <a:pt x="6617" y="46541"/>
                    <a:pt x="3188" y="46287"/>
                    <a:pt x="1283" y="44128"/>
                  </a:cubicBezTo>
                  <a:cubicBezTo>
                    <a:pt x="-622" y="41969"/>
                    <a:pt x="-368" y="38540"/>
                    <a:pt x="1791" y="36635"/>
                  </a:cubicBezTo>
                  <a:cubicBezTo>
                    <a:pt x="7252" y="31936"/>
                    <a:pt x="12459" y="27618"/>
                    <a:pt x="17539" y="23681"/>
                  </a:cubicBezTo>
                  <a:cubicBezTo>
                    <a:pt x="17666" y="23554"/>
                    <a:pt x="17666" y="23554"/>
                    <a:pt x="17793" y="23427"/>
                  </a:cubicBezTo>
                  <a:cubicBezTo>
                    <a:pt x="26429" y="17585"/>
                    <a:pt x="34176" y="13013"/>
                    <a:pt x="42177" y="9076"/>
                  </a:cubicBezTo>
                  <a:cubicBezTo>
                    <a:pt x="42304" y="9076"/>
                    <a:pt x="42431" y="8949"/>
                    <a:pt x="42431" y="8949"/>
                  </a:cubicBezTo>
                  <a:cubicBezTo>
                    <a:pt x="50813" y="5393"/>
                    <a:pt x="58941" y="2472"/>
                    <a:pt x="67831" y="186"/>
                  </a:cubicBezTo>
                  <a:cubicBezTo>
                    <a:pt x="70625" y="-576"/>
                    <a:pt x="73546" y="1075"/>
                    <a:pt x="74308" y="3869"/>
                  </a:cubicBezTo>
                  <a:cubicBezTo>
                    <a:pt x="75070" y="6663"/>
                    <a:pt x="73419" y="9584"/>
                    <a:pt x="70625" y="10346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255637" y="271989"/>
              <a:ext cx="33024" cy="80175"/>
            </a:xfrm>
            <a:custGeom>
              <a:avLst/>
              <a:gdLst/>
              <a:ahLst/>
              <a:cxnLst/>
              <a:rect l="l" t="t" r="r" b="b"/>
              <a:pathLst>
                <a:path w="33024" h="80175">
                  <a:moveTo>
                    <a:pt x="31383" y="9316"/>
                  </a:moveTo>
                  <a:cubicBezTo>
                    <a:pt x="23636" y="15031"/>
                    <a:pt x="21096" y="17063"/>
                    <a:pt x="18302" y="19857"/>
                  </a:cubicBezTo>
                  <a:lnTo>
                    <a:pt x="14492" y="16174"/>
                  </a:lnTo>
                  <a:lnTo>
                    <a:pt x="18683" y="19476"/>
                  </a:lnTo>
                  <a:cubicBezTo>
                    <a:pt x="16270" y="22397"/>
                    <a:pt x="14111" y="26080"/>
                    <a:pt x="12206" y="30398"/>
                  </a:cubicBezTo>
                  <a:lnTo>
                    <a:pt x="7380" y="28366"/>
                  </a:lnTo>
                  <a:lnTo>
                    <a:pt x="12460" y="29763"/>
                  </a:lnTo>
                  <a:cubicBezTo>
                    <a:pt x="11444" y="33827"/>
                    <a:pt x="10809" y="38653"/>
                    <a:pt x="10809" y="42971"/>
                  </a:cubicBezTo>
                  <a:lnTo>
                    <a:pt x="5475" y="43098"/>
                  </a:lnTo>
                  <a:lnTo>
                    <a:pt x="10682" y="42336"/>
                  </a:lnTo>
                  <a:cubicBezTo>
                    <a:pt x="11317" y="47035"/>
                    <a:pt x="12587" y="51353"/>
                    <a:pt x="14492" y="55798"/>
                  </a:cubicBezTo>
                  <a:lnTo>
                    <a:pt x="9666" y="57957"/>
                  </a:lnTo>
                  <a:lnTo>
                    <a:pt x="14238" y="55290"/>
                  </a:lnTo>
                  <a:cubicBezTo>
                    <a:pt x="16016" y="58211"/>
                    <a:pt x="18302" y="61259"/>
                    <a:pt x="20969" y="63926"/>
                  </a:cubicBezTo>
                  <a:lnTo>
                    <a:pt x="17159" y="67609"/>
                  </a:lnTo>
                  <a:lnTo>
                    <a:pt x="20461" y="63545"/>
                  </a:lnTo>
                  <a:cubicBezTo>
                    <a:pt x="22874" y="65450"/>
                    <a:pt x="25541" y="68117"/>
                    <a:pt x="28335" y="71292"/>
                  </a:cubicBezTo>
                  <a:cubicBezTo>
                    <a:pt x="30240" y="73451"/>
                    <a:pt x="30113" y="76753"/>
                    <a:pt x="27954" y="78785"/>
                  </a:cubicBezTo>
                  <a:cubicBezTo>
                    <a:pt x="25795" y="80817"/>
                    <a:pt x="22493" y="80563"/>
                    <a:pt x="20461" y="78404"/>
                  </a:cubicBezTo>
                  <a:cubicBezTo>
                    <a:pt x="17794" y="75483"/>
                    <a:pt x="15508" y="73197"/>
                    <a:pt x="13730" y="71800"/>
                  </a:cubicBezTo>
                  <a:cubicBezTo>
                    <a:pt x="13603" y="71673"/>
                    <a:pt x="13349" y="71546"/>
                    <a:pt x="13222" y="71419"/>
                  </a:cubicBezTo>
                  <a:cubicBezTo>
                    <a:pt x="10047" y="68117"/>
                    <a:pt x="7126" y="64434"/>
                    <a:pt x="4967" y="60751"/>
                  </a:cubicBezTo>
                  <a:cubicBezTo>
                    <a:pt x="4840" y="60624"/>
                    <a:pt x="4713" y="60370"/>
                    <a:pt x="4713" y="60116"/>
                  </a:cubicBezTo>
                  <a:cubicBezTo>
                    <a:pt x="2300" y="54782"/>
                    <a:pt x="903" y="49575"/>
                    <a:pt x="14" y="43860"/>
                  </a:cubicBezTo>
                  <a:cubicBezTo>
                    <a:pt x="14" y="43606"/>
                    <a:pt x="14" y="43352"/>
                    <a:pt x="14" y="43225"/>
                  </a:cubicBezTo>
                  <a:cubicBezTo>
                    <a:pt x="-113" y="37891"/>
                    <a:pt x="649" y="32049"/>
                    <a:pt x="1919" y="27223"/>
                  </a:cubicBezTo>
                  <a:cubicBezTo>
                    <a:pt x="2046" y="26969"/>
                    <a:pt x="2046" y="26715"/>
                    <a:pt x="2173" y="26461"/>
                  </a:cubicBezTo>
                  <a:cubicBezTo>
                    <a:pt x="4332" y="21254"/>
                    <a:pt x="7126" y="16809"/>
                    <a:pt x="10047" y="13126"/>
                  </a:cubicBezTo>
                  <a:cubicBezTo>
                    <a:pt x="10174" y="12999"/>
                    <a:pt x="10301" y="12872"/>
                    <a:pt x="10428" y="12618"/>
                  </a:cubicBezTo>
                  <a:cubicBezTo>
                    <a:pt x="13730" y="9316"/>
                    <a:pt x="16905" y="6776"/>
                    <a:pt x="24652" y="1061"/>
                  </a:cubicBezTo>
                  <a:cubicBezTo>
                    <a:pt x="27065" y="-717"/>
                    <a:pt x="30367" y="-209"/>
                    <a:pt x="32018" y="2204"/>
                  </a:cubicBezTo>
                  <a:cubicBezTo>
                    <a:pt x="33669" y="4617"/>
                    <a:pt x="33288" y="7919"/>
                    <a:pt x="30875" y="957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63" name="Freeform 63"/>
            <p:cNvSpPr/>
            <p:nvPr/>
          </p:nvSpPr>
          <p:spPr>
            <a:xfrm>
              <a:off x="205981" y="307283"/>
              <a:ext cx="75580" cy="45785"/>
            </a:xfrm>
            <a:custGeom>
              <a:avLst/>
              <a:gdLst/>
              <a:ahLst/>
              <a:cxnLst/>
              <a:rect l="l" t="t" r="r" b="b"/>
              <a:pathLst>
                <a:path w="75580" h="45785">
                  <a:moveTo>
                    <a:pt x="8776" y="1200"/>
                  </a:moveTo>
                  <a:cubicBezTo>
                    <a:pt x="16777" y="8185"/>
                    <a:pt x="24270" y="13900"/>
                    <a:pt x="31890" y="19107"/>
                  </a:cubicBezTo>
                  <a:lnTo>
                    <a:pt x="28969" y="23425"/>
                  </a:lnTo>
                  <a:lnTo>
                    <a:pt x="31636" y="18853"/>
                  </a:lnTo>
                  <a:cubicBezTo>
                    <a:pt x="39637" y="23552"/>
                    <a:pt x="48400" y="27870"/>
                    <a:pt x="56401" y="31172"/>
                  </a:cubicBezTo>
                  <a:lnTo>
                    <a:pt x="54369" y="36125"/>
                  </a:lnTo>
                  <a:lnTo>
                    <a:pt x="56020" y="31045"/>
                  </a:lnTo>
                  <a:cubicBezTo>
                    <a:pt x="61481" y="32823"/>
                    <a:pt x="66688" y="34220"/>
                    <a:pt x="71514" y="35363"/>
                  </a:cubicBezTo>
                  <a:cubicBezTo>
                    <a:pt x="74308" y="35998"/>
                    <a:pt x="76086" y="38792"/>
                    <a:pt x="75451" y="41713"/>
                  </a:cubicBezTo>
                  <a:cubicBezTo>
                    <a:pt x="74816" y="44634"/>
                    <a:pt x="72022" y="46285"/>
                    <a:pt x="69101" y="45650"/>
                  </a:cubicBezTo>
                  <a:cubicBezTo>
                    <a:pt x="63894" y="44507"/>
                    <a:pt x="58433" y="42983"/>
                    <a:pt x="52718" y="41205"/>
                  </a:cubicBezTo>
                  <a:cubicBezTo>
                    <a:pt x="52591" y="41205"/>
                    <a:pt x="52464" y="41078"/>
                    <a:pt x="52337" y="41078"/>
                  </a:cubicBezTo>
                  <a:cubicBezTo>
                    <a:pt x="43828" y="37649"/>
                    <a:pt x="34557" y="33077"/>
                    <a:pt x="26175" y="28124"/>
                  </a:cubicBezTo>
                  <a:cubicBezTo>
                    <a:pt x="26048" y="28124"/>
                    <a:pt x="25921" y="27997"/>
                    <a:pt x="25921" y="27997"/>
                  </a:cubicBezTo>
                  <a:cubicBezTo>
                    <a:pt x="17920" y="22536"/>
                    <a:pt x="10173" y="16567"/>
                    <a:pt x="1791" y="9328"/>
                  </a:cubicBezTo>
                  <a:cubicBezTo>
                    <a:pt x="-368" y="7423"/>
                    <a:pt x="-622" y="4121"/>
                    <a:pt x="1283" y="1835"/>
                  </a:cubicBezTo>
                  <a:cubicBezTo>
                    <a:pt x="3188" y="-451"/>
                    <a:pt x="6490" y="-578"/>
                    <a:pt x="8776" y="1327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275150" y="272483"/>
              <a:ext cx="11548" cy="10786"/>
            </a:xfrm>
            <a:custGeom>
              <a:avLst/>
              <a:gdLst/>
              <a:ahLst/>
              <a:cxnLst/>
              <a:rect l="l" t="t" r="r" b="b"/>
              <a:pathLst>
                <a:path w="11548" h="10786">
                  <a:moveTo>
                    <a:pt x="3869" y="440"/>
                  </a:moveTo>
                  <a:lnTo>
                    <a:pt x="4885" y="186"/>
                  </a:lnTo>
                  <a:cubicBezTo>
                    <a:pt x="7679" y="-576"/>
                    <a:pt x="10600" y="1075"/>
                    <a:pt x="11362" y="3869"/>
                  </a:cubicBezTo>
                  <a:cubicBezTo>
                    <a:pt x="12124" y="6663"/>
                    <a:pt x="10473" y="9584"/>
                    <a:pt x="7679" y="10346"/>
                  </a:cubicBezTo>
                  <a:lnTo>
                    <a:pt x="6663" y="10600"/>
                  </a:lnTo>
                  <a:cubicBezTo>
                    <a:pt x="3869" y="11362"/>
                    <a:pt x="948" y="9711"/>
                    <a:pt x="186" y="6917"/>
                  </a:cubicBezTo>
                  <a:cubicBezTo>
                    <a:pt x="-576" y="4123"/>
                    <a:pt x="1075" y="1202"/>
                    <a:pt x="3869" y="44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65" name="Freeform 65"/>
            <p:cNvSpPr/>
            <p:nvPr/>
          </p:nvSpPr>
          <p:spPr>
            <a:xfrm>
              <a:off x="276099" y="269889"/>
              <a:ext cx="43306" cy="13447"/>
            </a:xfrm>
            <a:custGeom>
              <a:avLst/>
              <a:gdLst/>
              <a:ahLst/>
              <a:cxnLst/>
              <a:rect l="l" t="t" r="r" b="b"/>
              <a:pathLst>
                <a:path w="43306" h="13447">
                  <a:moveTo>
                    <a:pt x="3682" y="2780"/>
                  </a:moveTo>
                  <a:cubicBezTo>
                    <a:pt x="15620" y="-1030"/>
                    <a:pt x="27685" y="-903"/>
                    <a:pt x="39623" y="3034"/>
                  </a:cubicBezTo>
                  <a:cubicBezTo>
                    <a:pt x="42417" y="3923"/>
                    <a:pt x="43941" y="6971"/>
                    <a:pt x="43052" y="9765"/>
                  </a:cubicBezTo>
                  <a:cubicBezTo>
                    <a:pt x="42163" y="12559"/>
                    <a:pt x="39115" y="14083"/>
                    <a:pt x="36321" y="13194"/>
                  </a:cubicBezTo>
                  <a:cubicBezTo>
                    <a:pt x="26542" y="10019"/>
                    <a:pt x="16763" y="9892"/>
                    <a:pt x="6857" y="13067"/>
                  </a:cubicBezTo>
                  <a:cubicBezTo>
                    <a:pt x="4063" y="13956"/>
                    <a:pt x="1142" y="12432"/>
                    <a:pt x="253" y="9638"/>
                  </a:cubicBezTo>
                  <a:cubicBezTo>
                    <a:pt x="-636" y="6844"/>
                    <a:pt x="888" y="3923"/>
                    <a:pt x="3682" y="3034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66" name="Freeform 66"/>
            <p:cNvSpPr/>
            <p:nvPr/>
          </p:nvSpPr>
          <p:spPr>
            <a:xfrm>
              <a:off x="276524" y="272079"/>
              <a:ext cx="10705" cy="11086"/>
            </a:xfrm>
            <a:custGeom>
              <a:avLst/>
              <a:gdLst/>
              <a:ahLst/>
              <a:cxnLst/>
              <a:rect l="l" t="t" r="r" b="b"/>
              <a:pathLst>
                <a:path w="10705" h="11086">
                  <a:moveTo>
                    <a:pt x="82" y="4908"/>
                  </a:moveTo>
                  <a:lnTo>
                    <a:pt x="209" y="4400"/>
                  </a:lnTo>
                  <a:cubicBezTo>
                    <a:pt x="717" y="1479"/>
                    <a:pt x="3384" y="-426"/>
                    <a:pt x="6305" y="82"/>
                  </a:cubicBezTo>
                  <a:cubicBezTo>
                    <a:pt x="9226" y="590"/>
                    <a:pt x="11131" y="3257"/>
                    <a:pt x="10623" y="6178"/>
                  </a:cubicBezTo>
                  <a:lnTo>
                    <a:pt x="10496" y="6686"/>
                  </a:lnTo>
                  <a:cubicBezTo>
                    <a:pt x="9988" y="9607"/>
                    <a:pt x="7321" y="11512"/>
                    <a:pt x="4400" y="11004"/>
                  </a:cubicBezTo>
                  <a:cubicBezTo>
                    <a:pt x="1479" y="10496"/>
                    <a:pt x="-426" y="7829"/>
                    <a:pt x="82" y="4908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288524" y="342245"/>
              <a:ext cx="27346" cy="11852"/>
            </a:xfrm>
            <a:custGeom>
              <a:avLst/>
              <a:gdLst/>
              <a:ahLst/>
              <a:cxnLst/>
              <a:rect l="l" t="t" r="r" b="b"/>
              <a:pathLst>
                <a:path w="27346" h="11852">
                  <a:moveTo>
                    <a:pt x="4846" y="1290"/>
                  </a:moveTo>
                  <a:lnTo>
                    <a:pt x="21610" y="20"/>
                  </a:lnTo>
                  <a:cubicBezTo>
                    <a:pt x="24531" y="-234"/>
                    <a:pt x="27071" y="1925"/>
                    <a:pt x="27325" y="4846"/>
                  </a:cubicBezTo>
                  <a:cubicBezTo>
                    <a:pt x="27579" y="7767"/>
                    <a:pt x="25420" y="10307"/>
                    <a:pt x="22499" y="10561"/>
                  </a:cubicBezTo>
                  <a:lnTo>
                    <a:pt x="5735" y="11831"/>
                  </a:lnTo>
                  <a:cubicBezTo>
                    <a:pt x="2814" y="12085"/>
                    <a:pt x="274" y="9926"/>
                    <a:pt x="20" y="7005"/>
                  </a:cubicBezTo>
                  <a:cubicBezTo>
                    <a:pt x="-234" y="4084"/>
                    <a:pt x="1925" y="1544"/>
                    <a:pt x="4846" y="129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68" name="Freeform 68"/>
            <p:cNvSpPr/>
            <p:nvPr/>
          </p:nvSpPr>
          <p:spPr>
            <a:xfrm>
              <a:off x="305037" y="341916"/>
              <a:ext cx="11669" cy="10952"/>
            </a:xfrm>
            <a:custGeom>
              <a:avLst/>
              <a:gdLst/>
              <a:ahLst/>
              <a:cxnLst/>
              <a:rect l="l" t="t" r="r" b="b"/>
              <a:pathLst>
                <a:path w="11669" h="10952">
                  <a:moveTo>
                    <a:pt x="7891" y="984"/>
                  </a:moveTo>
                  <a:cubicBezTo>
                    <a:pt x="6113" y="95"/>
                    <a:pt x="3065" y="476"/>
                    <a:pt x="1668" y="3016"/>
                  </a:cubicBezTo>
                  <a:cubicBezTo>
                    <a:pt x="1668" y="3143"/>
                    <a:pt x="1541" y="3270"/>
                    <a:pt x="1541" y="3270"/>
                  </a:cubicBezTo>
                  <a:cubicBezTo>
                    <a:pt x="2684" y="603"/>
                    <a:pt x="5732" y="-667"/>
                    <a:pt x="8399" y="349"/>
                  </a:cubicBezTo>
                  <a:cubicBezTo>
                    <a:pt x="11066" y="1365"/>
                    <a:pt x="12336" y="4540"/>
                    <a:pt x="11320" y="7207"/>
                  </a:cubicBezTo>
                  <a:cubicBezTo>
                    <a:pt x="11320" y="7334"/>
                    <a:pt x="11193" y="7461"/>
                    <a:pt x="11066" y="7715"/>
                  </a:cubicBezTo>
                  <a:cubicBezTo>
                    <a:pt x="9415" y="11017"/>
                    <a:pt x="5732" y="11652"/>
                    <a:pt x="2938" y="10255"/>
                  </a:cubicBezTo>
                  <a:cubicBezTo>
                    <a:pt x="144" y="8858"/>
                    <a:pt x="-745" y="5683"/>
                    <a:pt x="652" y="3143"/>
                  </a:cubicBezTo>
                  <a:cubicBezTo>
                    <a:pt x="2049" y="603"/>
                    <a:pt x="5224" y="-540"/>
                    <a:pt x="7764" y="857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69" name="Freeform 69"/>
            <p:cNvSpPr/>
            <p:nvPr/>
          </p:nvSpPr>
          <p:spPr>
            <a:xfrm>
              <a:off x="305563" y="342012"/>
              <a:ext cx="10667" cy="10921"/>
            </a:xfrm>
            <a:custGeom>
              <a:avLst/>
              <a:gdLst/>
              <a:ahLst/>
              <a:cxnLst/>
              <a:rect l="l" t="t" r="r" b="b"/>
              <a:pathLst>
                <a:path w="10667" h="10921">
                  <a:moveTo>
                    <a:pt x="380" y="7238"/>
                  </a:moveTo>
                  <a:lnTo>
                    <a:pt x="253" y="6857"/>
                  </a:lnTo>
                  <a:cubicBezTo>
                    <a:pt x="-636" y="4063"/>
                    <a:pt x="888" y="1142"/>
                    <a:pt x="3682" y="253"/>
                  </a:cubicBezTo>
                  <a:cubicBezTo>
                    <a:pt x="6476" y="-636"/>
                    <a:pt x="9397" y="888"/>
                    <a:pt x="10286" y="3682"/>
                  </a:cubicBezTo>
                  <a:lnTo>
                    <a:pt x="10413" y="4063"/>
                  </a:lnTo>
                  <a:cubicBezTo>
                    <a:pt x="11302" y="6857"/>
                    <a:pt x="9778" y="9778"/>
                    <a:pt x="6984" y="10667"/>
                  </a:cubicBezTo>
                  <a:cubicBezTo>
                    <a:pt x="4190" y="11556"/>
                    <a:pt x="1269" y="10032"/>
                    <a:pt x="380" y="7238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306206" y="341639"/>
              <a:ext cx="10903" cy="10776"/>
            </a:xfrm>
            <a:custGeom>
              <a:avLst/>
              <a:gdLst/>
              <a:ahLst/>
              <a:cxnLst/>
              <a:rect l="l" t="t" r="r" b="b"/>
              <a:pathLst>
                <a:path w="10903" h="10776">
                  <a:moveTo>
                    <a:pt x="2531" y="1007"/>
                  </a:moveTo>
                  <a:lnTo>
                    <a:pt x="2912" y="753"/>
                  </a:lnTo>
                  <a:cubicBezTo>
                    <a:pt x="5452" y="-771"/>
                    <a:pt x="8627" y="118"/>
                    <a:pt x="10151" y="2531"/>
                  </a:cubicBezTo>
                  <a:cubicBezTo>
                    <a:pt x="11675" y="4944"/>
                    <a:pt x="10786" y="8246"/>
                    <a:pt x="8373" y="9770"/>
                  </a:cubicBezTo>
                  <a:lnTo>
                    <a:pt x="7992" y="10024"/>
                  </a:lnTo>
                  <a:cubicBezTo>
                    <a:pt x="5452" y="11548"/>
                    <a:pt x="2277" y="10659"/>
                    <a:pt x="753" y="8246"/>
                  </a:cubicBezTo>
                  <a:cubicBezTo>
                    <a:pt x="-771" y="5833"/>
                    <a:pt x="118" y="2531"/>
                    <a:pt x="2531" y="1007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71" name="Freeform 71"/>
            <p:cNvSpPr/>
            <p:nvPr/>
          </p:nvSpPr>
          <p:spPr>
            <a:xfrm>
              <a:off x="306467" y="341646"/>
              <a:ext cx="11018" cy="11018"/>
            </a:xfrm>
            <a:custGeom>
              <a:avLst/>
              <a:gdLst/>
              <a:ahLst/>
              <a:cxnLst/>
              <a:rect l="l" t="t" r="r" b="b"/>
              <a:pathLst>
                <a:path w="11018" h="11018">
                  <a:moveTo>
                    <a:pt x="9128" y="1635"/>
                  </a:moveTo>
                  <a:lnTo>
                    <a:pt x="9509" y="2016"/>
                  </a:lnTo>
                  <a:cubicBezTo>
                    <a:pt x="11541" y="4175"/>
                    <a:pt x="11541" y="7477"/>
                    <a:pt x="9382" y="9509"/>
                  </a:cubicBezTo>
                  <a:cubicBezTo>
                    <a:pt x="7223" y="11541"/>
                    <a:pt x="3921" y="11541"/>
                    <a:pt x="1889" y="9382"/>
                  </a:cubicBezTo>
                  <a:lnTo>
                    <a:pt x="1508" y="9001"/>
                  </a:lnTo>
                  <a:cubicBezTo>
                    <a:pt x="-524" y="6842"/>
                    <a:pt x="-524" y="3540"/>
                    <a:pt x="1635" y="1508"/>
                  </a:cubicBezTo>
                  <a:cubicBezTo>
                    <a:pt x="3794" y="-524"/>
                    <a:pt x="7096" y="-524"/>
                    <a:pt x="9128" y="1635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72" name="Freeform 72"/>
            <p:cNvSpPr/>
            <p:nvPr/>
          </p:nvSpPr>
          <p:spPr>
            <a:xfrm>
              <a:off x="306868" y="341718"/>
              <a:ext cx="11687" cy="10925"/>
            </a:xfrm>
            <a:custGeom>
              <a:avLst/>
              <a:gdLst/>
              <a:ahLst/>
              <a:cxnLst/>
              <a:rect l="l" t="t" r="r" b="b"/>
              <a:pathLst>
                <a:path w="11687" h="10925">
                  <a:moveTo>
                    <a:pt x="2123" y="1436"/>
                  </a:moveTo>
                  <a:cubicBezTo>
                    <a:pt x="2885" y="801"/>
                    <a:pt x="4155" y="420"/>
                    <a:pt x="4536" y="293"/>
                  </a:cubicBezTo>
                  <a:cubicBezTo>
                    <a:pt x="4663" y="293"/>
                    <a:pt x="4282" y="420"/>
                    <a:pt x="4028" y="547"/>
                  </a:cubicBezTo>
                  <a:cubicBezTo>
                    <a:pt x="6695" y="-723"/>
                    <a:pt x="9870" y="293"/>
                    <a:pt x="11140" y="2833"/>
                  </a:cubicBezTo>
                  <a:cubicBezTo>
                    <a:pt x="12410" y="5373"/>
                    <a:pt x="11394" y="8675"/>
                    <a:pt x="8854" y="9945"/>
                  </a:cubicBezTo>
                  <a:cubicBezTo>
                    <a:pt x="8473" y="10199"/>
                    <a:pt x="7965" y="10326"/>
                    <a:pt x="7711" y="10326"/>
                  </a:cubicBezTo>
                  <a:cubicBezTo>
                    <a:pt x="7457" y="10326"/>
                    <a:pt x="8092" y="10072"/>
                    <a:pt x="8473" y="9818"/>
                  </a:cubicBezTo>
                  <a:cubicBezTo>
                    <a:pt x="6187" y="11596"/>
                    <a:pt x="2885" y="11215"/>
                    <a:pt x="1107" y="8802"/>
                  </a:cubicBezTo>
                  <a:cubicBezTo>
                    <a:pt x="-671" y="6389"/>
                    <a:pt x="-290" y="3214"/>
                    <a:pt x="2123" y="1436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73" name="Freeform 73"/>
            <p:cNvSpPr/>
            <p:nvPr/>
          </p:nvSpPr>
          <p:spPr>
            <a:xfrm>
              <a:off x="275210" y="341377"/>
              <a:ext cx="24896" cy="12958"/>
            </a:xfrm>
            <a:custGeom>
              <a:avLst/>
              <a:gdLst/>
              <a:ahLst/>
              <a:cxnLst/>
              <a:rect l="l" t="t" r="r" b="b"/>
              <a:pathLst>
                <a:path w="24896" h="12958">
                  <a:moveTo>
                    <a:pt x="6857" y="126"/>
                  </a:moveTo>
                  <a:cubicBezTo>
                    <a:pt x="11048" y="1396"/>
                    <a:pt x="15366" y="2158"/>
                    <a:pt x="19811" y="2412"/>
                  </a:cubicBezTo>
                  <a:cubicBezTo>
                    <a:pt x="22732" y="2539"/>
                    <a:pt x="25018" y="4952"/>
                    <a:pt x="24891" y="7873"/>
                  </a:cubicBezTo>
                  <a:cubicBezTo>
                    <a:pt x="24764" y="10794"/>
                    <a:pt x="22351" y="13080"/>
                    <a:pt x="19430" y="12953"/>
                  </a:cubicBezTo>
                  <a:cubicBezTo>
                    <a:pt x="14096" y="12699"/>
                    <a:pt x="8762" y="11810"/>
                    <a:pt x="3682" y="10286"/>
                  </a:cubicBezTo>
                  <a:cubicBezTo>
                    <a:pt x="888" y="9397"/>
                    <a:pt x="-636" y="6476"/>
                    <a:pt x="253" y="3682"/>
                  </a:cubicBezTo>
                  <a:cubicBezTo>
                    <a:pt x="1142" y="888"/>
                    <a:pt x="4063" y="-636"/>
                    <a:pt x="6857" y="253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74" name="Freeform 74"/>
            <p:cNvSpPr/>
            <p:nvPr/>
          </p:nvSpPr>
          <p:spPr>
            <a:xfrm>
              <a:off x="288331" y="343580"/>
              <a:ext cx="11730" cy="10832"/>
            </a:xfrm>
            <a:custGeom>
              <a:avLst/>
              <a:gdLst/>
              <a:ahLst/>
              <a:cxnLst/>
              <a:rect l="l" t="t" r="r" b="b"/>
              <a:pathLst>
                <a:path w="11730" h="10832">
                  <a:moveTo>
                    <a:pt x="5420" y="10750"/>
                  </a:moveTo>
                  <a:lnTo>
                    <a:pt x="4277" y="10496"/>
                  </a:lnTo>
                  <a:cubicBezTo>
                    <a:pt x="1356" y="9861"/>
                    <a:pt x="-422" y="7067"/>
                    <a:pt x="86" y="4273"/>
                  </a:cubicBezTo>
                  <a:cubicBezTo>
                    <a:pt x="594" y="1479"/>
                    <a:pt x="3515" y="-426"/>
                    <a:pt x="6309" y="82"/>
                  </a:cubicBezTo>
                  <a:lnTo>
                    <a:pt x="7452" y="336"/>
                  </a:lnTo>
                  <a:cubicBezTo>
                    <a:pt x="10373" y="971"/>
                    <a:pt x="12151" y="3765"/>
                    <a:pt x="11643" y="6559"/>
                  </a:cubicBezTo>
                  <a:cubicBezTo>
                    <a:pt x="11135" y="9353"/>
                    <a:pt x="8214" y="11258"/>
                    <a:pt x="5420" y="1075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75" name="Freeform 75"/>
            <p:cNvSpPr/>
            <p:nvPr/>
          </p:nvSpPr>
          <p:spPr>
            <a:xfrm>
              <a:off x="292080" y="182098"/>
              <a:ext cx="44490" cy="65699"/>
            </a:xfrm>
            <a:custGeom>
              <a:avLst/>
              <a:gdLst/>
              <a:ahLst/>
              <a:cxnLst/>
              <a:rect l="l" t="t" r="r" b="b"/>
              <a:pathLst>
                <a:path w="44490" h="65699">
                  <a:moveTo>
                    <a:pt x="34691" y="63139"/>
                  </a:moveTo>
                  <a:lnTo>
                    <a:pt x="782" y="8021"/>
                  </a:lnTo>
                  <a:cubicBezTo>
                    <a:pt x="-742" y="5481"/>
                    <a:pt x="20" y="2306"/>
                    <a:pt x="2560" y="782"/>
                  </a:cubicBezTo>
                  <a:cubicBezTo>
                    <a:pt x="5100" y="-742"/>
                    <a:pt x="8275" y="20"/>
                    <a:pt x="9799" y="2560"/>
                  </a:cubicBezTo>
                  <a:lnTo>
                    <a:pt x="43708" y="57678"/>
                  </a:lnTo>
                  <a:cubicBezTo>
                    <a:pt x="45232" y="60218"/>
                    <a:pt x="44470" y="63393"/>
                    <a:pt x="41930" y="64917"/>
                  </a:cubicBezTo>
                  <a:cubicBezTo>
                    <a:pt x="39390" y="66441"/>
                    <a:pt x="36215" y="65679"/>
                    <a:pt x="34691" y="63139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326022" y="237122"/>
              <a:ext cx="11659" cy="13945"/>
            </a:xfrm>
            <a:custGeom>
              <a:avLst/>
              <a:gdLst/>
              <a:ahLst/>
              <a:cxnLst/>
              <a:rect l="l" t="t" r="r" b="b"/>
              <a:pathLst>
                <a:path w="11659" h="13945">
                  <a:moveTo>
                    <a:pt x="1257" y="10147"/>
                  </a:moveTo>
                  <a:lnTo>
                    <a:pt x="241" y="6845"/>
                  </a:lnTo>
                  <a:cubicBezTo>
                    <a:pt x="-648" y="4051"/>
                    <a:pt x="1003" y="1130"/>
                    <a:pt x="3797" y="241"/>
                  </a:cubicBezTo>
                  <a:cubicBezTo>
                    <a:pt x="6591" y="-648"/>
                    <a:pt x="9512" y="1003"/>
                    <a:pt x="10401" y="3797"/>
                  </a:cubicBezTo>
                  <a:lnTo>
                    <a:pt x="11417" y="7099"/>
                  </a:lnTo>
                  <a:cubicBezTo>
                    <a:pt x="12306" y="9893"/>
                    <a:pt x="10655" y="12814"/>
                    <a:pt x="7861" y="13703"/>
                  </a:cubicBezTo>
                  <a:cubicBezTo>
                    <a:pt x="5067" y="14592"/>
                    <a:pt x="2146" y="12941"/>
                    <a:pt x="1257" y="10147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77" name="Freeform 77"/>
            <p:cNvSpPr/>
            <p:nvPr/>
          </p:nvSpPr>
          <p:spPr>
            <a:xfrm>
              <a:off x="255524" y="240411"/>
              <a:ext cx="82169" cy="10668"/>
            </a:xfrm>
            <a:custGeom>
              <a:avLst/>
              <a:gdLst/>
              <a:ahLst/>
              <a:cxnLst/>
              <a:rect l="l" t="t" r="r" b="b"/>
              <a:pathLst>
                <a:path w="82169" h="10668">
                  <a:moveTo>
                    <a:pt x="76835" y="10668"/>
                  </a:moveTo>
                  <a:lnTo>
                    <a:pt x="5334" y="10668"/>
                  </a:lnTo>
                  <a:cubicBezTo>
                    <a:pt x="2413" y="10668"/>
                    <a:pt x="0" y="8255"/>
                    <a:pt x="0" y="5334"/>
                  </a:cubicBezTo>
                  <a:cubicBezTo>
                    <a:pt x="0" y="2413"/>
                    <a:pt x="2413" y="0"/>
                    <a:pt x="5334" y="0"/>
                  </a:cubicBezTo>
                  <a:lnTo>
                    <a:pt x="76835" y="0"/>
                  </a:lnTo>
                  <a:cubicBezTo>
                    <a:pt x="79756" y="0"/>
                    <a:pt x="82169" y="2413"/>
                    <a:pt x="82169" y="5334"/>
                  </a:cubicBezTo>
                  <a:cubicBezTo>
                    <a:pt x="82169" y="8255"/>
                    <a:pt x="79756" y="10668"/>
                    <a:pt x="76835" y="10668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78" name="Freeform 78"/>
            <p:cNvSpPr/>
            <p:nvPr/>
          </p:nvSpPr>
          <p:spPr>
            <a:xfrm>
              <a:off x="255499" y="182062"/>
              <a:ext cx="47168" cy="68947"/>
            </a:xfrm>
            <a:custGeom>
              <a:avLst/>
              <a:gdLst/>
              <a:ahLst/>
              <a:cxnLst/>
              <a:rect l="l" t="t" r="r" b="b"/>
              <a:pathLst>
                <a:path w="47168" h="68947">
                  <a:moveTo>
                    <a:pt x="46380" y="8057"/>
                  </a:moveTo>
                  <a:lnTo>
                    <a:pt x="9677" y="66477"/>
                  </a:lnTo>
                  <a:cubicBezTo>
                    <a:pt x="8153" y="69017"/>
                    <a:pt x="4851" y="69652"/>
                    <a:pt x="2438" y="68128"/>
                  </a:cubicBezTo>
                  <a:cubicBezTo>
                    <a:pt x="25" y="66604"/>
                    <a:pt x="-737" y="63302"/>
                    <a:pt x="787" y="60889"/>
                  </a:cubicBezTo>
                  <a:lnTo>
                    <a:pt x="37490" y="2469"/>
                  </a:lnTo>
                  <a:cubicBezTo>
                    <a:pt x="39014" y="-71"/>
                    <a:pt x="42316" y="-706"/>
                    <a:pt x="44729" y="818"/>
                  </a:cubicBezTo>
                  <a:cubicBezTo>
                    <a:pt x="47142" y="2342"/>
                    <a:pt x="47904" y="5644"/>
                    <a:pt x="46380" y="8057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79" name="Freeform 79"/>
            <p:cNvSpPr/>
            <p:nvPr/>
          </p:nvSpPr>
          <p:spPr>
            <a:xfrm>
              <a:off x="291973" y="240538"/>
              <a:ext cx="10668" cy="40132"/>
            </a:xfrm>
            <a:custGeom>
              <a:avLst/>
              <a:gdLst/>
              <a:ahLst/>
              <a:cxnLst/>
              <a:rect l="l" t="t" r="r" b="b"/>
              <a:pathLst>
                <a:path w="10668" h="40132">
                  <a:moveTo>
                    <a:pt x="0" y="34798"/>
                  </a:moveTo>
                  <a:lnTo>
                    <a:pt x="0" y="5334"/>
                  </a:lnTo>
                  <a:cubicBezTo>
                    <a:pt x="0" y="2413"/>
                    <a:pt x="2413" y="0"/>
                    <a:pt x="5334" y="0"/>
                  </a:cubicBezTo>
                  <a:cubicBezTo>
                    <a:pt x="8255" y="0"/>
                    <a:pt x="10668" y="2413"/>
                    <a:pt x="10668" y="5334"/>
                  </a:cubicBezTo>
                  <a:lnTo>
                    <a:pt x="10668" y="34798"/>
                  </a:lnTo>
                  <a:cubicBezTo>
                    <a:pt x="10668" y="37719"/>
                    <a:pt x="8255" y="40132"/>
                    <a:pt x="5334" y="40132"/>
                  </a:cubicBezTo>
                  <a:cubicBezTo>
                    <a:pt x="2413" y="40132"/>
                    <a:pt x="0" y="37719"/>
                    <a:pt x="0" y="34798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80" name="Freeform 80"/>
            <p:cNvSpPr/>
            <p:nvPr/>
          </p:nvSpPr>
          <p:spPr>
            <a:xfrm>
              <a:off x="291973" y="343789"/>
              <a:ext cx="10668" cy="87884"/>
            </a:xfrm>
            <a:custGeom>
              <a:avLst/>
              <a:gdLst/>
              <a:ahLst/>
              <a:cxnLst/>
              <a:rect l="l" t="t" r="r" b="b"/>
              <a:pathLst>
                <a:path w="10668" h="87884">
                  <a:moveTo>
                    <a:pt x="0" y="82550"/>
                  </a:moveTo>
                  <a:lnTo>
                    <a:pt x="0" y="5334"/>
                  </a:lnTo>
                  <a:cubicBezTo>
                    <a:pt x="0" y="2413"/>
                    <a:pt x="2413" y="0"/>
                    <a:pt x="5334" y="0"/>
                  </a:cubicBezTo>
                  <a:cubicBezTo>
                    <a:pt x="8255" y="0"/>
                    <a:pt x="10668" y="2413"/>
                    <a:pt x="10668" y="5334"/>
                  </a:cubicBezTo>
                  <a:lnTo>
                    <a:pt x="10668" y="82550"/>
                  </a:lnTo>
                  <a:cubicBezTo>
                    <a:pt x="10668" y="85471"/>
                    <a:pt x="8255" y="87884"/>
                    <a:pt x="5334" y="87884"/>
                  </a:cubicBezTo>
                  <a:cubicBezTo>
                    <a:pt x="2413" y="87884"/>
                    <a:pt x="0" y="85471"/>
                    <a:pt x="0" y="82550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81" name="Freeform 81"/>
            <p:cNvSpPr/>
            <p:nvPr/>
          </p:nvSpPr>
          <p:spPr>
            <a:xfrm>
              <a:off x="308747" y="271698"/>
              <a:ext cx="15347" cy="11467"/>
            </a:xfrm>
            <a:custGeom>
              <a:avLst/>
              <a:gdLst/>
              <a:ahLst/>
              <a:cxnLst/>
              <a:rect l="l" t="t" r="r" b="b"/>
              <a:pathLst>
                <a:path w="15347" h="11467">
                  <a:moveTo>
                    <a:pt x="11039" y="10496"/>
                  </a:moveTo>
                  <a:lnTo>
                    <a:pt x="6340" y="11385"/>
                  </a:lnTo>
                  <a:cubicBezTo>
                    <a:pt x="3419" y="11893"/>
                    <a:pt x="752" y="9988"/>
                    <a:pt x="117" y="7194"/>
                  </a:cubicBezTo>
                  <a:cubicBezTo>
                    <a:pt x="-518" y="4400"/>
                    <a:pt x="1514" y="1606"/>
                    <a:pt x="4308" y="971"/>
                  </a:cubicBezTo>
                  <a:lnTo>
                    <a:pt x="9007" y="82"/>
                  </a:lnTo>
                  <a:cubicBezTo>
                    <a:pt x="11928" y="-426"/>
                    <a:pt x="14595" y="1479"/>
                    <a:pt x="15230" y="4273"/>
                  </a:cubicBezTo>
                  <a:cubicBezTo>
                    <a:pt x="15865" y="7067"/>
                    <a:pt x="13833" y="9861"/>
                    <a:pt x="11039" y="10496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308020" y="341548"/>
              <a:ext cx="15658" cy="11467"/>
            </a:xfrm>
            <a:custGeom>
              <a:avLst/>
              <a:gdLst/>
              <a:ahLst/>
              <a:cxnLst/>
              <a:rect l="l" t="t" r="r" b="b"/>
              <a:pathLst>
                <a:path w="15658" h="11467">
                  <a:moveTo>
                    <a:pt x="9480" y="11385"/>
                  </a:moveTo>
                  <a:lnTo>
                    <a:pt x="4400" y="10496"/>
                  </a:lnTo>
                  <a:cubicBezTo>
                    <a:pt x="1479" y="9988"/>
                    <a:pt x="-426" y="7321"/>
                    <a:pt x="82" y="4400"/>
                  </a:cubicBezTo>
                  <a:cubicBezTo>
                    <a:pt x="590" y="1479"/>
                    <a:pt x="3257" y="-426"/>
                    <a:pt x="6178" y="82"/>
                  </a:cubicBezTo>
                  <a:lnTo>
                    <a:pt x="11258" y="971"/>
                  </a:lnTo>
                  <a:cubicBezTo>
                    <a:pt x="14179" y="1479"/>
                    <a:pt x="16084" y="4146"/>
                    <a:pt x="15576" y="7067"/>
                  </a:cubicBezTo>
                  <a:cubicBezTo>
                    <a:pt x="15068" y="9988"/>
                    <a:pt x="12401" y="11893"/>
                    <a:pt x="9480" y="11385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83" name="Freeform 83"/>
            <p:cNvSpPr/>
            <p:nvPr/>
          </p:nvSpPr>
          <p:spPr>
            <a:xfrm>
              <a:off x="269920" y="271825"/>
              <a:ext cx="15785" cy="11467"/>
            </a:xfrm>
            <a:custGeom>
              <a:avLst/>
              <a:gdLst/>
              <a:ahLst/>
              <a:cxnLst/>
              <a:rect l="l" t="t" r="r" b="b"/>
              <a:pathLst>
                <a:path w="15785" h="11467">
                  <a:moveTo>
                    <a:pt x="6178" y="82"/>
                  </a:moveTo>
                  <a:lnTo>
                    <a:pt x="11385" y="971"/>
                  </a:lnTo>
                  <a:cubicBezTo>
                    <a:pt x="14306" y="1479"/>
                    <a:pt x="16211" y="4146"/>
                    <a:pt x="15703" y="7067"/>
                  </a:cubicBezTo>
                  <a:cubicBezTo>
                    <a:pt x="15195" y="9988"/>
                    <a:pt x="12528" y="11893"/>
                    <a:pt x="9607" y="11385"/>
                  </a:cubicBezTo>
                  <a:lnTo>
                    <a:pt x="4400" y="10496"/>
                  </a:lnTo>
                  <a:cubicBezTo>
                    <a:pt x="1479" y="9988"/>
                    <a:pt x="-426" y="7321"/>
                    <a:pt x="82" y="4400"/>
                  </a:cubicBezTo>
                  <a:cubicBezTo>
                    <a:pt x="590" y="1479"/>
                    <a:pt x="3257" y="-426"/>
                    <a:pt x="6178" y="82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84" name="Freeform 84"/>
            <p:cNvSpPr/>
            <p:nvPr/>
          </p:nvSpPr>
          <p:spPr>
            <a:xfrm>
              <a:off x="271086" y="341317"/>
              <a:ext cx="14596" cy="11675"/>
            </a:xfrm>
            <a:custGeom>
              <a:avLst/>
              <a:gdLst/>
              <a:ahLst/>
              <a:cxnLst/>
              <a:rect l="l" t="t" r="r" b="b"/>
              <a:pathLst>
                <a:path w="14596" h="11675">
                  <a:moveTo>
                    <a:pt x="3869" y="1329"/>
                  </a:moveTo>
                  <a:lnTo>
                    <a:pt x="7933" y="186"/>
                  </a:lnTo>
                  <a:cubicBezTo>
                    <a:pt x="10727" y="-576"/>
                    <a:pt x="13648" y="1075"/>
                    <a:pt x="14410" y="3869"/>
                  </a:cubicBezTo>
                  <a:cubicBezTo>
                    <a:pt x="15172" y="6663"/>
                    <a:pt x="13521" y="9584"/>
                    <a:pt x="10727" y="10346"/>
                  </a:cubicBezTo>
                  <a:lnTo>
                    <a:pt x="6663" y="11489"/>
                  </a:lnTo>
                  <a:cubicBezTo>
                    <a:pt x="3869" y="12251"/>
                    <a:pt x="948" y="10600"/>
                    <a:pt x="186" y="7806"/>
                  </a:cubicBezTo>
                  <a:cubicBezTo>
                    <a:pt x="-576" y="5012"/>
                    <a:pt x="1075" y="2091"/>
                    <a:pt x="3869" y="1329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85" name="Freeform 85"/>
            <p:cNvSpPr/>
            <p:nvPr/>
          </p:nvSpPr>
          <p:spPr>
            <a:xfrm>
              <a:off x="278257" y="292862"/>
              <a:ext cx="38354" cy="38354"/>
            </a:xfrm>
            <a:custGeom>
              <a:avLst/>
              <a:gdLst/>
              <a:ahLst/>
              <a:cxnLst/>
              <a:rect l="l" t="t" r="r" b="b"/>
              <a:pathLst>
                <a:path w="38354" h="38354">
                  <a:moveTo>
                    <a:pt x="38354" y="19177"/>
                  </a:moveTo>
                  <a:cubicBezTo>
                    <a:pt x="38354" y="21717"/>
                    <a:pt x="37846" y="24130"/>
                    <a:pt x="36957" y="26543"/>
                  </a:cubicBezTo>
                  <a:cubicBezTo>
                    <a:pt x="35941" y="28829"/>
                    <a:pt x="34544" y="30988"/>
                    <a:pt x="32766" y="32766"/>
                  </a:cubicBezTo>
                  <a:lnTo>
                    <a:pt x="29083" y="29083"/>
                  </a:lnTo>
                  <a:lnTo>
                    <a:pt x="32766" y="32766"/>
                  </a:lnTo>
                  <a:cubicBezTo>
                    <a:pt x="30988" y="34544"/>
                    <a:pt x="28956" y="35941"/>
                    <a:pt x="26543" y="36957"/>
                  </a:cubicBezTo>
                  <a:cubicBezTo>
                    <a:pt x="24257" y="37973"/>
                    <a:pt x="21717" y="38354"/>
                    <a:pt x="19177" y="38354"/>
                  </a:cubicBezTo>
                  <a:lnTo>
                    <a:pt x="19177" y="33020"/>
                  </a:lnTo>
                  <a:lnTo>
                    <a:pt x="19177" y="38354"/>
                  </a:lnTo>
                  <a:cubicBezTo>
                    <a:pt x="16637" y="38354"/>
                    <a:pt x="14224" y="37846"/>
                    <a:pt x="11811" y="36957"/>
                  </a:cubicBezTo>
                  <a:cubicBezTo>
                    <a:pt x="9525" y="35941"/>
                    <a:pt x="7366" y="34544"/>
                    <a:pt x="5588" y="32766"/>
                  </a:cubicBezTo>
                  <a:lnTo>
                    <a:pt x="9271" y="29083"/>
                  </a:lnTo>
                  <a:lnTo>
                    <a:pt x="5588" y="32766"/>
                  </a:lnTo>
                  <a:cubicBezTo>
                    <a:pt x="3810" y="30988"/>
                    <a:pt x="2413" y="28956"/>
                    <a:pt x="1397" y="26543"/>
                  </a:cubicBezTo>
                  <a:cubicBezTo>
                    <a:pt x="381" y="24257"/>
                    <a:pt x="0" y="21717"/>
                    <a:pt x="0" y="19177"/>
                  </a:cubicBezTo>
                  <a:lnTo>
                    <a:pt x="5334" y="19177"/>
                  </a:lnTo>
                  <a:lnTo>
                    <a:pt x="0" y="19177"/>
                  </a:lnTo>
                  <a:cubicBezTo>
                    <a:pt x="0" y="16637"/>
                    <a:pt x="508" y="14224"/>
                    <a:pt x="1397" y="11811"/>
                  </a:cubicBezTo>
                  <a:cubicBezTo>
                    <a:pt x="2413" y="9525"/>
                    <a:pt x="3810" y="7366"/>
                    <a:pt x="5588" y="5588"/>
                  </a:cubicBezTo>
                  <a:lnTo>
                    <a:pt x="9271" y="9271"/>
                  </a:lnTo>
                  <a:lnTo>
                    <a:pt x="5588" y="5588"/>
                  </a:lnTo>
                  <a:cubicBezTo>
                    <a:pt x="7366" y="3810"/>
                    <a:pt x="9398" y="2413"/>
                    <a:pt x="11811" y="1397"/>
                  </a:cubicBezTo>
                  <a:lnTo>
                    <a:pt x="13843" y="6350"/>
                  </a:lnTo>
                  <a:lnTo>
                    <a:pt x="11811" y="1397"/>
                  </a:lnTo>
                  <a:cubicBezTo>
                    <a:pt x="14097" y="381"/>
                    <a:pt x="16637" y="0"/>
                    <a:pt x="19177" y="0"/>
                  </a:cubicBezTo>
                  <a:lnTo>
                    <a:pt x="19177" y="5334"/>
                  </a:lnTo>
                  <a:lnTo>
                    <a:pt x="19177" y="0"/>
                  </a:lnTo>
                  <a:cubicBezTo>
                    <a:pt x="21717" y="0"/>
                    <a:pt x="24130" y="508"/>
                    <a:pt x="26543" y="1397"/>
                  </a:cubicBezTo>
                  <a:lnTo>
                    <a:pt x="24511" y="6350"/>
                  </a:lnTo>
                  <a:lnTo>
                    <a:pt x="26543" y="1397"/>
                  </a:lnTo>
                  <a:cubicBezTo>
                    <a:pt x="28829" y="2413"/>
                    <a:pt x="30988" y="3810"/>
                    <a:pt x="32766" y="5588"/>
                  </a:cubicBezTo>
                  <a:lnTo>
                    <a:pt x="29083" y="9271"/>
                  </a:lnTo>
                  <a:lnTo>
                    <a:pt x="32766" y="5588"/>
                  </a:lnTo>
                  <a:cubicBezTo>
                    <a:pt x="34544" y="7366"/>
                    <a:pt x="35941" y="9398"/>
                    <a:pt x="36957" y="11811"/>
                  </a:cubicBezTo>
                  <a:lnTo>
                    <a:pt x="32004" y="13843"/>
                  </a:lnTo>
                  <a:lnTo>
                    <a:pt x="36957" y="11811"/>
                  </a:lnTo>
                  <a:cubicBezTo>
                    <a:pt x="37973" y="14097"/>
                    <a:pt x="38354" y="16637"/>
                    <a:pt x="38354" y="19177"/>
                  </a:cubicBezTo>
                  <a:lnTo>
                    <a:pt x="33020" y="19177"/>
                  </a:lnTo>
                  <a:lnTo>
                    <a:pt x="38354" y="19177"/>
                  </a:lnTo>
                  <a:moveTo>
                    <a:pt x="27813" y="19177"/>
                  </a:moveTo>
                  <a:cubicBezTo>
                    <a:pt x="27813" y="18034"/>
                    <a:pt x="27559" y="17018"/>
                    <a:pt x="27178" y="15875"/>
                  </a:cubicBezTo>
                  <a:cubicBezTo>
                    <a:pt x="26797" y="14859"/>
                    <a:pt x="26162" y="13970"/>
                    <a:pt x="25273" y="13081"/>
                  </a:cubicBezTo>
                  <a:cubicBezTo>
                    <a:pt x="24511" y="12319"/>
                    <a:pt x="23622" y="11684"/>
                    <a:pt x="22479" y="11176"/>
                  </a:cubicBezTo>
                  <a:cubicBezTo>
                    <a:pt x="21463" y="10795"/>
                    <a:pt x="20320" y="10541"/>
                    <a:pt x="19177" y="10541"/>
                  </a:cubicBezTo>
                  <a:cubicBezTo>
                    <a:pt x="18034" y="10541"/>
                    <a:pt x="17018" y="10795"/>
                    <a:pt x="15875" y="11176"/>
                  </a:cubicBezTo>
                  <a:cubicBezTo>
                    <a:pt x="14859" y="11557"/>
                    <a:pt x="13970" y="12192"/>
                    <a:pt x="13081" y="13081"/>
                  </a:cubicBezTo>
                  <a:cubicBezTo>
                    <a:pt x="12319" y="13843"/>
                    <a:pt x="11684" y="14732"/>
                    <a:pt x="11176" y="15875"/>
                  </a:cubicBezTo>
                  <a:lnTo>
                    <a:pt x="6223" y="13843"/>
                  </a:lnTo>
                  <a:lnTo>
                    <a:pt x="11176" y="15875"/>
                  </a:lnTo>
                  <a:cubicBezTo>
                    <a:pt x="10795" y="16891"/>
                    <a:pt x="10541" y="18034"/>
                    <a:pt x="10541" y="19177"/>
                  </a:cubicBezTo>
                  <a:cubicBezTo>
                    <a:pt x="10541" y="20320"/>
                    <a:pt x="10795" y="21336"/>
                    <a:pt x="11176" y="22479"/>
                  </a:cubicBezTo>
                  <a:lnTo>
                    <a:pt x="6223" y="24511"/>
                  </a:lnTo>
                  <a:lnTo>
                    <a:pt x="11176" y="22479"/>
                  </a:lnTo>
                  <a:cubicBezTo>
                    <a:pt x="11557" y="23495"/>
                    <a:pt x="12192" y="24384"/>
                    <a:pt x="13081" y="25273"/>
                  </a:cubicBezTo>
                  <a:cubicBezTo>
                    <a:pt x="13843" y="26035"/>
                    <a:pt x="14732" y="26670"/>
                    <a:pt x="15875" y="27178"/>
                  </a:cubicBezTo>
                  <a:lnTo>
                    <a:pt x="13843" y="32131"/>
                  </a:lnTo>
                  <a:lnTo>
                    <a:pt x="15875" y="27178"/>
                  </a:lnTo>
                  <a:cubicBezTo>
                    <a:pt x="16891" y="27559"/>
                    <a:pt x="18034" y="27813"/>
                    <a:pt x="19177" y="27813"/>
                  </a:cubicBezTo>
                  <a:cubicBezTo>
                    <a:pt x="20320" y="27813"/>
                    <a:pt x="21336" y="27559"/>
                    <a:pt x="22479" y="27178"/>
                  </a:cubicBezTo>
                  <a:lnTo>
                    <a:pt x="24511" y="32131"/>
                  </a:lnTo>
                  <a:lnTo>
                    <a:pt x="22479" y="27178"/>
                  </a:lnTo>
                  <a:cubicBezTo>
                    <a:pt x="23495" y="26797"/>
                    <a:pt x="24384" y="26162"/>
                    <a:pt x="25273" y="25273"/>
                  </a:cubicBezTo>
                  <a:cubicBezTo>
                    <a:pt x="26035" y="24511"/>
                    <a:pt x="26670" y="23622"/>
                    <a:pt x="27178" y="22479"/>
                  </a:cubicBezTo>
                  <a:lnTo>
                    <a:pt x="32131" y="24511"/>
                  </a:lnTo>
                  <a:lnTo>
                    <a:pt x="27178" y="22479"/>
                  </a:lnTo>
                  <a:cubicBezTo>
                    <a:pt x="27559" y="21463"/>
                    <a:pt x="27813" y="20320"/>
                    <a:pt x="27813" y="19177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  <p:sp>
          <p:nvSpPr>
            <p:cNvPr id="86" name="Freeform 86"/>
            <p:cNvSpPr/>
            <p:nvPr/>
          </p:nvSpPr>
          <p:spPr>
            <a:xfrm>
              <a:off x="300324" y="317088"/>
              <a:ext cx="11873" cy="11492"/>
            </a:xfrm>
            <a:custGeom>
              <a:avLst/>
              <a:gdLst/>
              <a:ahLst/>
              <a:cxnLst/>
              <a:rect l="l" t="t" r="r" b="b"/>
              <a:pathLst>
                <a:path w="11873" h="11492">
                  <a:moveTo>
                    <a:pt x="2317" y="1809"/>
                  </a:moveTo>
                  <a:lnTo>
                    <a:pt x="3587" y="920"/>
                  </a:lnTo>
                  <a:cubicBezTo>
                    <a:pt x="6000" y="-731"/>
                    <a:pt x="9302" y="-96"/>
                    <a:pt x="10953" y="2317"/>
                  </a:cubicBezTo>
                  <a:cubicBezTo>
                    <a:pt x="12604" y="4730"/>
                    <a:pt x="11969" y="8032"/>
                    <a:pt x="9556" y="9683"/>
                  </a:cubicBezTo>
                  <a:lnTo>
                    <a:pt x="8286" y="10572"/>
                  </a:lnTo>
                  <a:cubicBezTo>
                    <a:pt x="5873" y="12223"/>
                    <a:pt x="2571" y="11588"/>
                    <a:pt x="920" y="9175"/>
                  </a:cubicBezTo>
                  <a:cubicBezTo>
                    <a:pt x="-731" y="6762"/>
                    <a:pt x="-96" y="3460"/>
                    <a:pt x="2317" y="1809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</p:grpSp>
      <p:sp>
        <p:nvSpPr>
          <p:cNvPr id="87" name="TextBox 87"/>
          <p:cNvSpPr txBox="1"/>
          <p:nvPr/>
        </p:nvSpPr>
        <p:spPr>
          <a:xfrm>
            <a:off x="637584" y="2804551"/>
            <a:ext cx="8133798" cy="1041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How We Can Build It</a:t>
            </a:r>
          </a:p>
          <a:p>
            <a:pPr algn="l">
              <a:lnSpc>
                <a:spcPts val="175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 structured three-phase roadmap — from working prototype to full industrial deployment with advanced AI capabilities.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796976" y="5491172"/>
            <a:ext cx="3038084" cy="1352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Simulated machine data · AI analysis model · Interactive dashboard</a:t>
            </a:r>
          </a:p>
          <a:p>
            <a:pPr algn="l">
              <a:lnSpc>
                <a:spcPts val="313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Validate core architecture and demonstrate </a:t>
            </a:r>
          </a:p>
          <a:p>
            <a:pPr algn="l">
              <a:lnSpc>
                <a:spcPts val="913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AI-driven insights on synthetic production </a:t>
            </a:r>
          </a:p>
          <a:p>
            <a:pPr algn="l">
              <a:lnSpc>
                <a:spcPts val="313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datasets.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4235053" y="5253047"/>
            <a:ext cx="2845146" cy="1352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IoT sensors · Machine communication protocols · Real factory data</a:t>
            </a:r>
          </a:p>
          <a:p>
            <a:pPr algn="l">
              <a:lnSpc>
                <a:spcPts val="313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Connect to live production environments, </a:t>
            </a:r>
          </a:p>
          <a:p>
            <a:pPr algn="l">
              <a:lnSpc>
                <a:spcPts val="913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integrate physical sensors, and validate </a:t>
            </a:r>
          </a:p>
          <a:p>
            <a:pPr algn="l">
              <a:lnSpc>
                <a:spcPts val="3136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models on real operational data.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673130" y="4938722"/>
            <a:ext cx="3009881" cy="117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Computer Vision · Digital Twin · AI Assistant Deploy next-generation capabilities: visual </a:t>
            </a:r>
          </a:p>
          <a:p>
            <a:pPr algn="just">
              <a:lnSpc>
                <a:spcPts val="1350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defect detection, virtual factory simulation, </a:t>
            </a:r>
          </a:p>
          <a:p>
            <a:pPr algn="just">
              <a:lnSpc>
                <a:spcPts val="2700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and a conversational AI operations assistant.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96976" y="5169379"/>
            <a:ext cx="1788757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Phase 1 — Prototype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5053" y="4931254"/>
            <a:ext cx="2834964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Phase 2 — Industrial Integration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7673130" y="4693129"/>
            <a:ext cx="2611907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Phase 3 — Advanced Features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62"/>
            <a:ext cx="11430000" cy="9907524"/>
          </a:xfrm>
          <a:custGeom>
            <a:avLst/>
            <a:gdLst/>
            <a:ahLst/>
            <a:cxnLst/>
            <a:rect l="l" t="t" r="r" b="b"/>
            <a:pathLst>
              <a:path w="11430000" h="9907524">
                <a:moveTo>
                  <a:pt x="0" y="0"/>
                </a:moveTo>
                <a:lnTo>
                  <a:pt x="11430000" y="0"/>
                </a:lnTo>
                <a:lnTo>
                  <a:pt x="11430000" y="9907524"/>
                </a:lnTo>
                <a:lnTo>
                  <a:pt x="0" y="9907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72" y="3810"/>
            <a:ext cx="11420856" cy="9898380"/>
          </a:xfrm>
          <a:custGeom>
            <a:avLst/>
            <a:gdLst/>
            <a:ahLst/>
            <a:cxnLst/>
            <a:rect l="l" t="t" r="r" b="b"/>
            <a:pathLst>
              <a:path w="11420856" h="9898380">
                <a:moveTo>
                  <a:pt x="0" y="0"/>
                </a:moveTo>
                <a:lnTo>
                  <a:pt x="11420856" y="0"/>
                </a:lnTo>
                <a:lnTo>
                  <a:pt x="11420856" y="9898380"/>
                </a:lnTo>
                <a:lnTo>
                  <a:pt x="0" y="9898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-762"/>
            <a:ext cx="11430000" cy="9907524"/>
          </a:xfrm>
          <a:custGeom>
            <a:avLst/>
            <a:gdLst/>
            <a:ahLst/>
            <a:cxnLst/>
            <a:rect l="l" t="t" r="r" b="b"/>
            <a:pathLst>
              <a:path w="11430000" h="9907524">
                <a:moveTo>
                  <a:pt x="0" y="0"/>
                </a:moveTo>
                <a:lnTo>
                  <a:pt x="11430000" y="0"/>
                </a:lnTo>
                <a:lnTo>
                  <a:pt x="11430000" y="9907524"/>
                </a:lnTo>
                <a:lnTo>
                  <a:pt x="0" y="9907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07314" y="1693354"/>
            <a:ext cx="3890772" cy="1328166"/>
          </a:xfrm>
          <a:custGeom>
            <a:avLst/>
            <a:gdLst/>
            <a:ahLst/>
            <a:cxnLst/>
            <a:rect l="l" t="t" r="r" b="b"/>
            <a:pathLst>
              <a:path w="3890772" h="1328166">
                <a:moveTo>
                  <a:pt x="0" y="0"/>
                </a:moveTo>
                <a:lnTo>
                  <a:pt x="3890772" y="0"/>
                </a:lnTo>
                <a:lnTo>
                  <a:pt x="3890772" y="1328167"/>
                </a:lnTo>
                <a:lnTo>
                  <a:pt x="0" y="13281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8175" y="3876294"/>
            <a:ext cx="3829050" cy="1239012"/>
          </a:xfrm>
          <a:custGeom>
            <a:avLst/>
            <a:gdLst/>
            <a:ahLst/>
            <a:cxnLst/>
            <a:rect l="l" t="t" r="r" b="b"/>
            <a:pathLst>
              <a:path w="3829050" h="1239012">
                <a:moveTo>
                  <a:pt x="0" y="0"/>
                </a:moveTo>
                <a:lnTo>
                  <a:pt x="3829050" y="0"/>
                </a:lnTo>
                <a:lnTo>
                  <a:pt x="3829050" y="1239012"/>
                </a:lnTo>
                <a:lnTo>
                  <a:pt x="0" y="1239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38175" y="5276279"/>
            <a:ext cx="3829050" cy="1229868"/>
          </a:xfrm>
          <a:custGeom>
            <a:avLst/>
            <a:gdLst/>
            <a:ahLst/>
            <a:cxnLst/>
            <a:rect l="l" t="t" r="r" b="b"/>
            <a:pathLst>
              <a:path w="3829050" h="1229868">
                <a:moveTo>
                  <a:pt x="0" y="0"/>
                </a:moveTo>
                <a:lnTo>
                  <a:pt x="3829050" y="0"/>
                </a:lnTo>
                <a:lnTo>
                  <a:pt x="3829050" y="1229868"/>
                </a:lnTo>
                <a:lnTo>
                  <a:pt x="0" y="1229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38175" y="6666929"/>
            <a:ext cx="3829050" cy="1229868"/>
          </a:xfrm>
          <a:custGeom>
            <a:avLst/>
            <a:gdLst/>
            <a:ahLst/>
            <a:cxnLst/>
            <a:rect l="l" t="t" r="r" b="b"/>
            <a:pathLst>
              <a:path w="3829050" h="1229868">
                <a:moveTo>
                  <a:pt x="0" y="0"/>
                </a:moveTo>
                <a:lnTo>
                  <a:pt x="3829050" y="0"/>
                </a:lnTo>
                <a:lnTo>
                  <a:pt x="3829050" y="1229868"/>
                </a:lnTo>
                <a:lnTo>
                  <a:pt x="0" y="1229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8175" y="8057579"/>
            <a:ext cx="3829050" cy="1229868"/>
          </a:xfrm>
          <a:custGeom>
            <a:avLst/>
            <a:gdLst/>
            <a:ahLst/>
            <a:cxnLst/>
            <a:rect l="l" t="t" r="r" b="b"/>
            <a:pathLst>
              <a:path w="3829050" h="1229868">
                <a:moveTo>
                  <a:pt x="0" y="0"/>
                </a:moveTo>
                <a:lnTo>
                  <a:pt x="3829050" y="0"/>
                </a:lnTo>
                <a:lnTo>
                  <a:pt x="3829050" y="1229867"/>
                </a:lnTo>
                <a:lnTo>
                  <a:pt x="0" y="12298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67085" y="1723263"/>
            <a:ext cx="5934456" cy="3335274"/>
            <a:chOff x="0" y="0"/>
            <a:chExt cx="7912608" cy="4447032"/>
          </a:xfrm>
        </p:grpSpPr>
        <p:sp>
          <p:nvSpPr>
            <p:cNvPr id="11" name="Freeform 11"/>
            <p:cNvSpPr/>
            <p:nvPr/>
          </p:nvSpPr>
          <p:spPr>
            <a:xfrm>
              <a:off x="254" y="1016"/>
              <a:ext cx="7912100" cy="4445000"/>
            </a:xfrm>
            <a:custGeom>
              <a:avLst/>
              <a:gdLst/>
              <a:ahLst/>
              <a:cxnLst/>
              <a:rect l="l" t="t" r="r" b="b"/>
              <a:pathLst>
                <a:path w="7912100" h="4445000">
                  <a:moveTo>
                    <a:pt x="0" y="4418432"/>
                  </a:moveTo>
                  <a:lnTo>
                    <a:pt x="0" y="26568"/>
                  </a:lnTo>
                  <a:cubicBezTo>
                    <a:pt x="0" y="19228"/>
                    <a:pt x="2591" y="12967"/>
                    <a:pt x="7785" y="7785"/>
                  </a:cubicBezTo>
                  <a:cubicBezTo>
                    <a:pt x="12967" y="2591"/>
                    <a:pt x="19228" y="0"/>
                    <a:pt x="26568" y="0"/>
                  </a:cubicBezTo>
                  <a:lnTo>
                    <a:pt x="7885531" y="0"/>
                  </a:lnTo>
                  <a:cubicBezTo>
                    <a:pt x="7892872" y="0"/>
                    <a:pt x="7899134" y="2591"/>
                    <a:pt x="7904315" y="7785"/>
                  </a:cubicBezTo>
                  <a:cubicBezTo>
                    <a:pt x="7909509" y="12967"/>
                    <a:pt x="7912100" y="19228"/>
                    <a:pt x="7912100" y="26568"/>
                  </a:cubicBezTo>
                  <a:lnTo>
                    <a:pt x="7912100" y="4418432"/>
                  </a:lnTo>
                  <a:cubicBezTo>
                    <a:pt x="7912100" y="4425772"/>
                    <a:pt x="7909509" y="4432033"/>
                    <a:pt x="7904315" y="4437215"/>
                  </a:cubicBezTo>
                  <a:cubicBezTo>
                    <a:pt x="7899134" y="4442409"/>
                    <a:pt x="7892872" y="4445000"/>
                    <a:pt x="7885531" y="4445000"/>
                  </a:cubicBezTo>
                  <a:lnTo>
                    <a:pt x="26568" y="4445000"/>
                  </a:lnTo>
                  <a:cubicBezTo>
                    <a:pt x="19228" y="4445000"/>
                    <a:pt x="12967" y="4442409"/>
                    <a:pt x="7785" y="4437215"/>
                  </a:cubicBezTo>
                  <a:cubicBezTo>
                    <a:pt x="2591" y="4432033"/>
                    <a:pt x="0" y="4425772"/>
                    <a:pt x="0" y="4418432"/>
                  </a:cubicBezTo>
                  <a:close/>
                </a:path>
              </a:pathLst>
            </a:custGeom>
            <a:blipFill>
              <a:blip r:embed="rId10"/>
              <a:stretch>
                <a:fillRect l="-3" t="-22" r="-3" b="-22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4866513" y="5238179"/>
            <a:ext cx="20574" cy="544068"/>
          </a:xfrm>
          <a:custGeom>
            <a:avLst/>
            <a:gdLst/>
            <a:ahLst/>
            <a:cxnLst/>
            <a:rect l="l" t="t" r="r" b="b"/>
            <a:pathLst>
              <a:path w="20574" h="544068">
                <a:moveTo>
                  <a:pt x="0" y="0"/>
                </a:moveTo>
                <a:lnTo>
                  <a:pt x="20574" y="0"/>
                </a:lnTo>
                <a:lnTo>
                  <a:pt x="20574" y="544067"/>
                </a:lnTo>
                <a:lnTo>
                  <a:pt x="0" y="544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866323" y="5961697"/>
            <a:ext cx="2811780" cy="240030"/>
          </a:xfrm>
          <a:custGeom>
            <a:avLst/>
            <a:gdLst/>
            <a:ahLst/>
            <a:cxnLst/>
            <a:rect l="l" t="t" r="r" b="b"/>
            <a:pathLst>
              <a:path w="2811780" h="240030">
                <a:moveTo>
                  <a:pt x="0" y="0"/>
                </a:moveTo>
                <a:lnTo>
                  <a:pt x="2811780" y="0"/>
                </a:lnTo>
                <a:lnTo>
                  <a:pt x="2811780" y="240030"/>
                </a:lnTo>
                <a:lnTo>
                  <a:pt x="0" y="240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961573" y="6018847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125730" y="125730"/>
                </a:lnTo>
                <a:lnTo>
                  <a:pt x="0" y="125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961573" y="6018847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125730" y="125730"/>
                </a:lnTo>
                <a:lnTo>
                  <a:pt x="0" y="125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637413" y="1723073"/>
            <a:ext cx="77724" cy="1268730"/>
            <a:chOff x="0" y="0"/>
            <a:chExt cx="103632" cy="16916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3632" cy="1691640"/>
            </a:xfrm>
            <a:custGeom>
              <a:avLst/>
              <a:gdLst/>
              <a:ahLst/>
              <a:cxnLst/>
              <a:rect l="l" t="t" r="r" b="b"/>
              <a:pathLst>
                <a:path w="103632" h="1691640">
                  <a:moveTo>
                    <a:pt x="0" y="0"/>
                  </a:moveTo>
                  <a:lnTo>
                    <a:pt x="103632" y="0"/>
                  </a:lnTo>
                  <a:lnTo>
                    <a:pt x="103632" y="1691640"/>
                  </a:lnTo>
                  <a:lnTo>
                    <a:pt x="0" y="1691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637584" y="385353"/>
            <a:ext cx="3186551" cy="114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Why MedFlow AI?</a:t>
            </a:r>
          </a:p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Traditional Systems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7584" y="3445507"/>
            <a:ext cx="1043359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MedFlow AI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5588" y="1873882"/>
            <a:ext cx="990248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Store Data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37952" y="3150232"/>
            <a:ext cx="232039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vs.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0338" y="4017007"/>
            <a:ext cx="1652102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Understands Data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0338" y="5407657"/>
            <a:ext cx="1666818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Predicts Problems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0338" y="8188957"/>
            <a:ext cx="1921593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Improves Production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0338" y="6798307"/>
            <a:ext cx="1962864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Recommends Actions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64446" y="1283332"/>
            <a:ext cx="1776527" cy="2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The Transformation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6976" y="3981021"/>
            <a:ext cx="238068" cy="26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6976" y="5371671"/>
            <a:ext cx="238068" cy="26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6976" y="6762321"/>
            <a:ext cx="238068" cy="26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6976" y="8152971"/>
            <a:ext cx="238068" cy="26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92226" y="1837896"/>
            <a:ext cx="238068" cy="26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92226" y="2271874"/>
            <a:ext cx="2894028" cy="48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Passive repositories — data goes in, but no intelligence comes out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6976" y="4414999"/>
            <a:ext cx="3251825" cy="48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AI models extract meaning from raw production signals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6976" y="5805649"/>
            <a:ext cx="3301775" cy="48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Anticipates failures before they impact output or quality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6976" y="7196299"/>
            <a:ext cx="3439154" cy="48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Delivers specific, timely guidance to the right team member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6976" y="8577424"/>
            <a:ext cx="3598707" cy="504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254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Drives continuous operational improvement through data-driven decisions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091713" y="5367909"/>
            <a:ext cx="5744146" cy="21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293" i="1">
                <a:solidFill>
                  <a:srgbClr val="D6E5EF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"MedFlow AI — transforming medical manufacturing through intelligent innovation."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51091" y="5972346"/>
            <a:ext cx="2481443" cy="179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003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TEAM TOP50 · 4 MEMBERS · BUILT FOR IMPACT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1263</Words>
  <Application>Microsoft Office PowerPoint</Application>
  <PresentationFormat>Personnalisé</PresentationFormat>
  <Paragraphs>214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9" baseType="lpstr">
      <vt:lpstr>Source Sans 3 Bold</vt:lpstr>
      <vt:lpstr>Arimo</vt:lpstr>
      <vt:lpstr>Arial</vt:lpstr>
      <vt:lpstr>Source Sans 3</vt:lpstr>
      <vt:lpstr>Calibri</vt:lpstr>
      <vt:lpstr>Lora</vt:lpstr>
      <vt:lpstr>Source Sans 3 Italics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MedFlow-AI (2).pdf</dc:title>
  <dc:creator>user</dc:creator>
  <cp:lastModifiedBy>Ahmed Hajji</cp:lastModifiedBy>
  <cp:revision>2</cp:revision>
  <dcterms:created xsi:type="dcterms:W3CDTF">2006-08-16T00:00:00Z</dcterms:created>
  <dcterms:modified xsi:type="dcterms:W3CDTF">2026-07-18T17:54:43Z</dcterms:modified>
  <dc:identifier>DAHPrMv_T1c</dc:identifier>
</cp:coreProperties>
</file>